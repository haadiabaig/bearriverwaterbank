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62" r:id="rId4"/>
    <p:sldId id="258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388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 delMainMaster">
      <pc:chgData name="Hadia Akbar" userId="19362115565_tp_box_2" providerId="OAuth2" clId="{FF77DECD-7ECC-48F4-BF82-9D4D4E0BE774}" dt="2026-08-18T17:59:39.214" v="2218" actId="1076"/>
      <pc:docMkLst>
        <pc:docMk/>
      </pc:docMkLst>
      <pc:sldChg chg="addSp delSp modSp new mod setBg addAnim modAnim delDesignElem">
        <pc:chgData name="Hadia Akbar" userId="19362115565_tp_box_2" providerId="OAuth2" clId="{FF77DECD-7ECC-48F4-BF82-9D4D4E0BE774}" dt="2026-08-06T17:26:02.707" v="1889" actId="1076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06T17:26:02.707" v="1889" actId="107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3" creationId="{AAFA9286-92DA-528E-C4BD-BD456C809191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0" creationId="{A8384FB5-9ADC-4DDC-881B-597D56F5B15D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1" creationId="{BC05CA36-AD6A-4ABF-9A05-52E5A143D2B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2" creationId="{D4331EE8-85A4-4588-8D9E-70E534D477D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3" creationId="{49D6C862-61CC-4B46-8080-96583D653BA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4" creationId="{E37EECFC-A684-4391-AE85-4CDAF5565F61}"/>
          </ac:spMkLst>
        </pc:spChg>
        <pc:picChg chg="add mod">
          <ac:chgData name="Hadia Akbar" userId="19362115565_tp_box_2" providerId="OAuth2" clId="{FF77DECD-7ECC-48F4-BF82-9D4D4E0BE774}" dt="2026-08-06T17:25:52.923" v="1886" actId="26606"/>
          <ac:picMkLst>
            <pc:docMk/>
            <pc:sldMk cId="4246612416" sldId="256"/>
            <ac:picMk id="6" creationId="{DB227495-A140-F9B9-9EB3-2A6E168FED00}"/>
          </ac:picMkLst>
        </pc:picChg>
      </pc:sldChg>
      <pc:sldChg chg="addSp delSp modSp add mod">
        <pc:chgData name="Hadia Akbar" userId="19362115565_tp_box_2" providerId="OAuth2" clId="{FF77DECD-7ECC-48F4-BF82-9D4D4E0BE774}" dt="2026-08-06T18:03:40.726" v="2190" actId="20577"/>
        <pc:sldMkLst>
          <pc:docMk/>
          <pc:sldMk cId="3397881947" sldId="258"/>
        </pc:sldMkLst>
        <pc:spChg chg="add mod">
          <ac:chgData name="Hadia Akbar" userId="19362115565_tp_box_2" providerId="OAuth2" clId="{FF77DECD-7ECC-48F4-BF82-9D4D4E0BE774}" dt="2026-08-06T17:56:02.933" v="2156" actId="20577"/>
          <ac:spMkLst>
            <pc:docMk/>
            <pc:sldMk cId="3397881947" sldId="258"/>
            <ac:spMk id="8" creationId="{522E30CC-C1C9-3E29-580D-AD3C7B2F6C14}"/>
          </ac:spMkLst>
        </pc:spChg>
        <pc:graphicFrameChg chg="mod modGraphic">
          <ac:chgData name="Hadia Akbar" userId="19362115565_tp_box_2" providerId="OAuth2" clId="{FF77DECD-7ECC-48F4-BF82-9D4D4E0BE774}" dt="2026-08-06T18:03:40.726" v="2190" actId="20577"/>
          <ac:graphicFrameMkLst>
            <pc:docMk/>
            <pc:sldMk cId="3397881947" sldId="258"/>
            <ac:graphicFrameMk id="2" creationId="{64291571-4CDA-E81A-0F83-C214C34B52A1}"/>
          </ac:graphicFrameMkLst>
        </pc:graphicFrameChg>
        <pc:graphicFrameChg chg="mod modGraphic">
          <ac:chgData name="Hadia Akbar" userId="19362115565_tp_box_2" providerId="OAuth2" clId="{FF77DECD-7ECC-48F4-BF82-9D4D4E0BE774}" dt="2026-08-06T17:55:52.711" v="2152" actId="1076"/>
          <ac:graphicFrameMkLst>
            <pc:docMk/>
            <pc:sldMk cId="3397881947" sldId="258"/>
            <ac:graphicFrameMk id="4" creationId="{D3FC7B2A-B870-FA58-8FAD-CE5871DD6A60}"/>
          </ac:graphicFrameMkLst>
        </pc:graphicFrameChg>
      </pc:sldChg>
      <pc:sldChg chg="addSp delSp modSp new mod ord setBg addAnim delAnim delDesignElem">
        <pc:chgData name="Hadia Akbar" userId="19362115565_tp_box_2" providerId="OAuth2" clId="{FF77DECD-7ECC-48F4-BF82-9D4D4E0BE774}" dt="2026-08-06T17:43:26.877" v="2042"/>
        <pc:sldMkLst>
          <pc:docMk/>
          <pc:sldMk cId="1480586688" sldId="260"/>
        </pc:sldMkLst>
        <pc:spChg chg="mod ord">
          <ac:chgData name="Hadia Akbar" userId="19362115565_tp_box_2" providerId="OAuth2" clId="{FF77DECD-7ECC-48F4-BF82-9D4D4E0BE774}" dt="2026-08-06T17:23:17.051" v="1732" actId="1076"/>
          <ac:spMkLst>
            <pc:docMk/>
            <pc:sldMk cId="1480586688" sldId="260"/>
            <ac:spMk id="2" creationId="{81F1C4B3-9A9B-ACA7-FD33-EA866B5A34CE}"/>
          </ac:spMkLst>
        </pc:spChg>
        <pc:picChg chg="add mod">
          <ac:chgData name="Hadia Akbar" userId="19362115565_tp_box_2" providerId="OAuth2" clId="{FF77DECD-7ECC-48F4-BF82-9D4D4E0BE774}" dt="2026-08-06T17:23:43.157" v="1739" actId="1076"/>
          <ac:picMkLst>
            <pc:docMk/>
            <pc:sldMk cId="1480586688" sldId="260"/>
            <ac:picMk id="4" creationId="{24E79CC9-78C3-BC1B-D785-D9BBED37350E}"/>
          </ac:picMkLst>
        </pc:picChg>
        <pc:picChg chg="add del mod">
          <ac:chgData name="Hadia Akbar" userId="19362115565_tp_box_2" providerId="OAuth2" clId="{FF77DECD-7ECC-48F4-BF82-9D4D4E0BE774}" dt="2026-08-06T17:23:56.705" v="1742" actId="1076"/>
          <ac:picMkLst>
            <pc:docMk/>
            <pc:sldMk cId="1480586688" sldId="260"/>
            <ac:picMk id="18" creationId="{E9E2FD9A-CEC4-149A-7AA0-B9A9435CC662}"/>
          </ac:picMkLst>
        </pc:picChg>
      </pc:sldChg>
      <pc:sldChg chg="addSp delSp modSp new mod ord setBg">
        <pc:chgData name="Hadia Akbar" userId="19362115565_tp_box_2" providerId="OAuth2" clId="{FF77DECD-7ECC-48F4-BF82-9D4D4E0BE774}" dt="2026-08-06T17:41:03.925" v="2039" actId="20577"/>
        <pc:sldMkLst>
          <pc:docMk/>
          <pc:sldMk cId="1860897597" sldId="262"/>
        </pc:sldMkLst>
        <pc:spChg chg="mod">
          <ac:chgData name="Hadia Akbar" userId="19362115565_tp_box_2" providerId="OAuth2" clId="{FF77DECD-7ECC-48F4-BF82-9D4D4E0BE774}" dt="2026-08-04T18:03:23.726" v="1483" actId="14100"/>
          <ac:spMkLst>
            <pc:docMk/>
            <pc:sldMk cId="1860897597" sldId="262"/>
            <ac:spMk id="2" creationId="{82135AE4-D2DF-F18B-908D-5801E8171ADD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1" creationId="{44AD29B6-BF3B-4407-9E75-52DF8E3B29F1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3" creationId="{55F8BA08-3E38-4B70-B93A-74F08E092206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5" creationId="{357F1B33-79AB-4A71-8CEC-4546D709B8C8}"/>
          </ac:spMkLst>
        </pc:spChg>
        <pc:graphicFrameChg chg="add mod modGraphic">
          <ac:chgData name="Hadia Akbar" userId="19362115565_tp_box_2" providerId="OAuth2" clId="{FF77DECD-7ECC-48F4-BF82-9D4D4E0BE774}" dt="2026-08-06T17:41:03.925" v="2039" actId="20577"/>
          <ac:graphicFrameMkLst>
            <pc:docMk/>
            <pc:sldMk cId="1860897597" sldId="262"/>
            <ac:graphicFrameMk id="5" creationId="{7990CB0E-8803-D419-DBC6-4068A222A4E0}"/>
          </ac:graphicFrameMkLst>
        </pc:graphicFrameChg>
      </pc:sldChg>
      <pc:sldChg chg="addSp delSp modSp new mod">
        <pc:chgData name="Hadia Akbar" userId="19362115565_tp_box_2" providerId="OAuth2" clId="{FF77DECD-7ECC-48F4-BF82-9D4D4E0BE774}" dt="2026-08-18T17:59:39.214" v="2218" actId="1076"/>
        <pc:sldMkLst>
          <pc:docMk/>
          <pc:sldMk cId="3049088380" sldId="263"/>
        </pc:sldMkLst>
        <pc:spChg chg="mod">
          <ac:chgData name="Hadia Akbar" userId="19362115565_tp_box_2" providerId="OAuth2" clId="{FF77DECD-7ECC-48F4-BF82-9D4D4E0BE774}" dt="2026-08-06T18:00:25.263" v="2168" actId="20577"/>
          <ac:spMkLst>
            <pc:docMk/>
            <pc:sldMk cId="3049088380" sldId="263"/>
            <ac:spMk id="2" creationId="{677397B9-32DC-1DA8-48FB-77181BAFA5D8}"/>
          </ac:spMkLst>
        </pc:spChg>
        <pc:spChg chg="add mod">
          <ac:chgData name="Hadia Akbar" userId="19362115565_tp_box_2" providerId="OAuth2" clId="{FF77DECD-7ECC-48F4-BF82-9D4D4E0BE774}" dt="2026-08-14T20:35:38.352" v="2204" actId="14100"/>
          <ac:spMkLst>
            <pc:docMk/>
            <pc:sldMk cId="3049088380" sldId="263"/>
            <ac:spMk id="3" creationId="{64416FE0-0F99-AABE-B94A-DFB9232898A5}"/>
          </ac:spMkLst>
        </pc:spChg>
        <pc:spChg chg="add mod">
          <ac:chgData name="Hadia Akbar" userId="19362115565_tp_box_2" providerId="OAuth2" clId="{FF77DECD-7ECC-48F4-BF82-9D4D4E0BE774}" dt="2026-08-18T17:59:39.214" v="2218" actId="1076"/>
          <ac:spMkLst>
            <pc:docMk/>
            <pc:sldMk cId="3049088380" sldId="263"/>
            <ac:spMk id="5" creationId="{058C039E-4B72-D823-6332-3B3D9121B1D9}"/>
          </ac:spMkLst>
        </pc:spChg>
        <pc:picChg chg="add mod">
          <ac:chgData name="Hadia Akbar" userId="19362115565_tp_box_2" providerId="OAuth2" clId="{FF77DECD-7ECC-48F4-BF82-9D4D4E0BE774}" dt="2026-08-14T20:35:55.355" v="2212" actId="1076"/>
          <ac:picMkLst>
            <pc:docMk/>
            <pc:sldMk cId="3049088380" sldId="263"/>
            <ac:picMk id="9" creationId="{504CD099-FD1D-A9E1-17F7-A5EC85BB418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uses.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 dirty="0"/>
            <a:t>All depletions occur in summer. Winter depletions are negligible.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 dirty="0"/>
            <a:t>Historical water use = proxy to allowable use.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 dirty="0"/>
            <a:t>Users can consume, conserve or sell water.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57CB9360-81C7-4F12-96AB-4B40C18E715E}">
      <dgm:prSet/>
      <dgm:spPr/>
      <dgm:t>
        <a:bodyPr/>
        <a:lstStyle/>
        <a:p>
          <a:r>
            <a:rPr lang="en-US" dirty="0"/>
            <a:t>Users can only trade water with the bank.</a:t>
          </a:r>
        </a:p>
      </dgm:t>
    </dgm:pt>
    <dgm:pt modelId="{5954E269-438B-4D56-AD5B-55F76F561AC1}" type="parTrans" cxnId="{9465E24D-8A86-4401-BA60-A68750971747}">
      <dgm:prSet/>
      <dgm:spPr/>
      <dgm:t>
        <a:bodyPr/>
        <a:lstStyle/>
        <a:p>
          <a:endParaRPr lang="en-US"/>
        </a:p>
      </dgm:t>
    </dgm:pt>
    <dgm:pt modelId="{D5589979-3CF9-4289-A2B0-B3975E7FD3D6}" type="sibTrans" cxnId="{9465E24D-8A86-4401-BA60-A68750971747}">
      <dgm:prSet/>
      <dgm:spPr/>
      <dgm:t>
        <a:bodyPr/>
        <a:lstStyle/>
        <a:p>
          <a:endParaRPr lang="en-US"/>
        </a:p>
      </dgm:t>
    </dgm:pt>
    <dgm:pt modelId="{84C2EB36-16A2-4A6A-9641-7057DAA5B070}">
      <dgm:prSet/>
      <dgm:spPr/>
      <dgm:t>
        <a:bodyPr/>
        <a:lstStyle/>
        <a:p>
          <a:r>
            <a:rPr lang="en-US" dirty="0"/>
            <a:t>One bank, two storage systems</a:t>
          </a:r>
        </a:p>
      </dgm:t>
    </dgm:pt>
    <dgm:pt modelId="{DFF66366-F5EF-4E23-A5FE-3CF4DA48EC61}" type="parTrans" cxnId="{548F3688-F6CE-4984-8EE9-109BE0AA8849}">
      <dgm:prSet/>
      <dgm:spPr/>
      <dgm:t>
        <a:bodyPr/>
        <a:lstStyle/>
        <a:p>
          <a:endParaRPr lang="en-US"/>
        </a:p>
      </dgm:t>
    </dgm:pt>
    <dgm:pt modelId="{73EC16F2-5279-45F0-A2A7-E18FDFD8EA2C}" type="sibTrans" cxnId="{548F3688-F6CE-4984-8EE9-109BE0AA8849}">
      <dgm:prSet/>
      <dgm:spPr/>
      <dgm:t>
        <a:bodyPr/>
        <a:lstStyle/>
        <a:p>
          <a:endParaRPr lang="en-US"/>
        </a:p>
      </dgm:t>
    </dgm:pt>
    <dgm:pt modelId="{E2BF2170-7B6F-4BBF-B2BC-BF20A194864E}" type="pres">
      <dgm:prSet presAssocID="{332819EA-3386-42B9-9077-01AD17EAD6CF}" presName="vert0" presStyleCnt="0">
        <dgm:presLayoutVars>
          <dgm:dir/>
          <dgm:animOne val="branch"/>
          <dgm:animLvl val="lvl"/>
        </dgm:presLayoutVars>
      </dgm:prSet>
      <dgm:spPr/>
    </dgm:pt>
    <dgm:pt modelId="{01695D7F-B7A8-4362-BD48-F172F9EDBCB0}" type="pres">
      <dgm:prSet presAssocID="{96586CA8-3EC6-48CA-B79D-D07FF68BD529}" presName="thickLine" presStyleLbl="alignNode1" presStyleIdx="0" presStyleCnt="6"/>
      <dgm:spPr/>
    </dgm:pt>
    <dgm:pt modelId="{0BA827C8-F407-4310-A33B-B8CF9D6B0F14}" type="pres">
      <dgm:prSet presAssocID="{96586CA8-3EC6-48CA-B79D-D07FF68BD529}" presName="horz1" presStyleCnt="0"/>
      <dgm:spPr/>
    </dgm:pt>
    <dgm:pt modelId="{55AA72B8-23FE-456B-83A4-65EB32792DF2}" type="pres">
      <dgm:prSet presAssocID="{96586CA8-3EC6-48CA-B79D-D07FF68BD529}" presName="tx1" presStyleLbl="revTx" presStyleIdx="0" presStyleCnt="6"/>
      <dgm:spPr/>
    </dgm:pt>
    <dgm:pt modelId="{CFAF459B-4F8E-41AA-8C30-287EFFC128ED}" type="pres">
      <dgm:prSet presAssocID="{96586CA8-3EC6-48CA-B79D-D07FF68BD529}" presName="vert1" presStyleCnt="0"/>
      <dgm:spPr/>
    </dgm:pt>
    <dgm:pt modelId="{A74DBBE5-9DB1-4282-BF8B-E1DBFBA5D6F3}" type="pres">
      <dgm:prSet presAssocID="{6191EFCA-CE56-462E-9C65-7FB76756A66E}" presName="thickLine" presStyleLbl="alignNode1" presStyleIdx="1" presStyleCnt="6"/>
      <dgm:spPr/>
    </dgm:pt>
    <dgm:pt modelId="{BB923894-A4B5-4058-A0FE-1E3649FF24D3}" type="pres">
      <dgm:prSet presAssocID="{6191EFCA-CE56-462E-9C65-7FB76756A66E}" presName="horz1" presStyleCnt="0"/>
      <dgm:spPr/>
    </dgm:pt>
    <dgm:pt modelId="{465CFE53-3071-4FC3-B72D-3B7179862BBE}" type="pres">
      <dgm:prSet presAssocID="{6191EFCA-CE56-462E-9C65-7FB76756A66E}" presName="tx1" presStyleLbl="revTx" presStyleIdx="1" presStyleCnt="6"/>
      <dgm:spPr/>
    </dgm:pt>
    <dgm:pt modelId="{58570846-4096-44A4-8F23-63DA6C94C284}" type="pres">
      <dgm:prSet presAssocID="{6191EFCA-CE56-462E-9C65-7FB76756A66E}" presName="vert1" presStyleCnt="0"/>
      <dgm:spPr/>
    </dgm:pt>
    <dgm:pt modelId="{10E447A5-A5C0-4950-844D-36CB1EA1F46A}" type="pres">
      <dgm:prSet presAssocID="{1BDCAD06-E9C5-40A9-ACE1-32C04E08A483}" presName="thickLine" presStyleLbl="alignNode1" presStyleIdx="2" presStyleCnt="6"/>
      <dgm:spPr/>
    </dgm:pt>
    <dgm:pt modelId="{1CC71BB5-D9B7-43A4-99F6-FA3D8A9B927A}" type="pres">
      <dgm:prSet presAssocID="{1BDCAD06-E9C5-40A9-ACE1-32C04E08A483}" presName="horz1" presStyleCnt="0"/>
      <dgm:spPr/>
    </dgm:pt>
    <dgm:pt modelId="{293DD15E-E519-4F47-810D-63ABF17274ED}" type="pres">
      <dgm:prSet presAssocID="{1BDCAD06-E9C5-40A9-ACE1-32C04E08A483}" presName="tx1" presStyleLbl="revTx" presStyleIdx="2" presStyleCnt="6"/>
      <dgm:spPr/>
    </dgm:pt>
    <dgm:pt modelId="{18B0EDFF-4B05-4EEA-89F7-19A3209C6678}" type="pres">
      <dgm:prSet presAssocID="{1BDCAD06-E9C5-40A9-ACE1-32C04E08A483}" presName="vert1" presStyleCnt="0"/>
      <dgm:spPr/>
    </dgm:pt>
    <dgm:pt modelId="{69B05D12-A7FC-4844-A690-BC519BD3DA19}" type="pres">
      <dgm:prSet presAssocID="{81732352-DC5F-496D-8C27-4D8928214C72}" presName="thickLine" presStyleLbl="alignNode1" presStyleIdx="3" presStyleCnt="6"/>
      <dgm:spPr/>
    </dgm:pt>
    <dgm:pt modelId="{DEBE4B14-70F4-4452-8EEC-79B54A520328}" type="pres">
      <dgm:prSet presAssocID="{81732352-DC5F-496D-8C27-4D8928214C72}" presName="horz1" presStyleCnt="0"/>
      <dgm:spPr/>
    </dgm:pt>
    <dgm:pt modelId="{0A76807D-9E6B-4085-BDD6-C4797F7A1F7C}" type="pres">
      <dgm:prSet presAssocID="{81732352-DC5F-496D-8C27-4D8928214C72}" presName="tx1" presStyleLbl="revTx" presStyleIdx="3" presStyleCnt="6"/>
      <dgm:spPr/>
    </dgm:pt>
    <dgm:pt modelId="{8954E4A4-29AF-49EB-AF18-0EB862753D25}" type="pres">
      <dgm:prSet presAssocID="{81732352-DC5F-496D-8C27-4D8928214C72}" presName="vert1" presStyleCnt="0"/>
      <dgm:spPr/>
    </dgm:pt>
    <dgm:pt modelId="{3B1D3364-CA82-40D6-BACF-938BBEA3A3BA}" type="pres">
      <dgm:prSet presAssocID="{57CB9360-81C7-4F12-96AB-4B40C18E715E}" presName="thickLine" presStyleLbl="alignNode1" presStyleIdx="4" presStyleCnt="6"/>
      <dgm:spPr/>
    </dgm:pt>
    <dgm:pt modelId="{33FC9EFF-7242-49DC-933B-050B41AC52DC}" type="pres">
      <dgm:prSet presAssocID="{57CB9360-81C7-4F12-96AB-4B40C18E715E}" presName="horz1" presStyleCnt="0"/>
      <dgm:spPr/>
    </dgm:pt>
    <dgm:pt modelId="{ACDDD717-6298-464B-B557-85C55205FEAD}" type="pres">
      <dgm:prSet presAssocID="{57CB9360-81C7-4F12-96AB-4B40C18E715E}" presName="tx1" presStyleLbl="revTx" presStyleIdx="4" presStyleCnt="6"/>
      <dgm:spPr/>
    </dgm:pt>
    <dgm:pt modelId="{C8DBE3DB-1291-4481-8F4B-20E0D1EC5A5B}" type="pres">
      <dgm:prSet presAssocID="{57CB9360-81C7-4F12-96AB-4B40C18E715E}" presName="vert1" presStyleCnt="0"/>
      <dgm:spPr/>
    </dgm:pt>
    <dgm:pt modelId="{21707B7D-404C-4EC1-B2FE-C4D3BDDFDE7E}" type="pres">
      <dgm:prSet presAssocID="{84C2EB36-16A2-4A6A-9641-7057DAA5B070}" presName="thickLine" presStyleLbl="alignNode1" presStyleIdx="5" presStyleCnt="6"/>
      <dgm:spPr/>
    </dgm:pt>
    <dgm:pt modelId="{66333B6C-348B-4BBB-88A1-56C8AC7045CD}" type="pres">
      <dgm:prSet presAssocID="{84C2EB36-16A2-4A6A-9641-7057DAA5B070}" presName="horz1" presStyleCnt="0"/>
      <dgm:spPr/>
    </dgm:pt>
    <dgm:pt modelId="{5728522B-9ADF-4990-8510-2302BF1945E9}" type="pres">
      <dgm:prSet presAssocID="{84C2EB36-16A2-4A6A-9641-7057DAA5B070}" presName="tx1" presStyleLbl="revTx" presStyleIdx="5" presStyleCnt="6"/>
      <dgm:spPr/>
    </dgm:pt>
    <dgm:pt modelId="{A3F1EE92-68A6-4CF8-BE83-239E24A26831}" type="pres">
      <dgm:prSet presAssocID="{84C2EB36-16A2-4A6A-9641-7057DAA5B070}" presName="vert1" presStyleCnt="0"/>
      <dgm:spPr/>
    </dgm:pt>
  </dgm:ptLst>
  <dgm:cxnLst>
    <dgm:cxn modelId="{D2B7C703-B60D-4CFA-8E1F-64CF90F64DC9}" type="presOf" srcId="{1BDCAD06-E9C5-40A9-ACE1-32C04E08A483}" destId="{293DD15E-E519-4F47-810D-63ABF17274ED}" srcOrd="0" destOrd="0" presId="urn:microsoft.com/office/officeart/2008/layout/LinedList"/>
    <dgm:cxn modelId="{1D089005-77BA-40C0-BB9A-0277072ED3D5}" type="presOf" srcId="{96586CA8-3EC6-48CA-B79D-D07FF68BD529}" destId="{55AA72B8-23FE-456B-83A4-65EB32792DF2}" srcOrd="0" destOrd="0" presId="urn:microsoft.com/office/officeart/2008/layout/LinedList"/>
    <dgm:cxn modelId="{C1A2C90B-7042-462F-8766-37E2CF808F6E}" type="presOf" srcId="{81732352-DC5F-496D-8C27-4D8928214C72}" destId="{0A76807D-9E6B-4085-BDD6-C4797F7A1F7C}" srcOrd="0" destOrd="0" presId="urn:microsoft.com/office/officeart/2008/layout/LinedList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5D0CF436-CA4E-4FD3-9822-9757AA3A614C}" type="presOf" srcId="{57CB9360-81C7-4F12-96AB-4B40C18E715E}" destId="{ACDDD717-6298-464B-B557-85C55205FEAD}" srcOrd="0" destOrd="0" presId="urn:microsoft.com/office/officeart/2008/layout/LinedList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9465E24D-8A86-4401-BA60-A68750971747}" srcId="{332819EA-3386-42B9-9077-01AD17EAD6CF}" destId="{57CB9360-81C7-4F12-96AB-4B40C18E715E}" srcOrd="4" destOrd="0" parTransId="{5954E269-438B-4D56-AD5B-55F76F561AC1}" sibTransId="{D5589979-3CF9-4289-A2B0-B3975E7FD3D6}"/>
    <dgm:cxn modelId="{B7321F7A-6E01-4AC4-8C3E-5453F0F7313E}" type="presOf" srcId="{84C2EB36-16A2-4A6A-9641-7057DAA5B070}" destId="{5728522B-9ADF-4990-8510-2302BF1945E9}" srcOrd="0" destOrd="0" presId="urn:microsoft.com/office/officeart/2008/layout/LinedList"/>
    <dgm:cxn modelId="{548F3688-F6CE-4984-8EE9-109BE0AA8849}" srcId="{332819EA-3386-42B9-9077-01AD17EAD6CF}" destId="{84C2EB36-16A2-4A6A-9641-7057DAA5B070}" srcOrd="5" destOrd="0" parTransId="{DFF66366-F5EF-4E23-A5FE-3CF4DA48EC61}" sibTransId="{73EC16F2-5279-45F0-A2A7-E18FDFD8EA2C}"/>
    <dgm:cxn modelId="{41FA009E-9CA2-40D5-9CF9-48E2708C75E5}" type="presOf" srcId="{332819EA-3386-42B9-9077-01AD17EAD6CF}" destId="{E2BF2170-7B6F-4BBF-B2BC-BF20A194864E}" srcOrd="0" destOrd="0" presId="urn:microsoft.com/office/officeart/2008/layout/LinedList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D46339E8-C517-46C1-AB5E-73238EC06320}" type="presOf" srcId="{6191EFCA-CE56-462E-9C65-7FB76756A66E}" destId="{465CFE53-3071-4FC3-B72D-3B7179862BBE}" srcOrd="0" destOrd="0" presId="urn:microsoft.com/office/officeart/2008/layout/LinedList"/>
    <dgm:cxn modelId="{CC05BF79-2F68-4ED9-80A4-40EA0C9C7506}" type="presParOf" srcId="{E2BF2170-7B6F-4BBF-B2BC-BF20A194864E}" destId="{01695D7F-B7A8-4362-BD48-F172F9EDBCB0}" srcOrd="0" destOrd="0" presId="urn:microsoft.com/office/officeart/2008/layout/LinedList"/>
    <dgm:cxn modelId="{B1EFC649-D658-4D59-ADC4-204B004174F2}" type="presParOf" srcId="{E2BF2170-7B6F-4BBF-B2BC-BF20A194864E}" destId="{0BA827C8-F407-4310-A33B-B8CF9D6B0F14}" srcOrd="1" destOrd="0" presId="urn:microsoft.com/office/officeart/2008/layout/LinedList"/>
    <dgm:cxn modelId="{C3C21211-4A75-4DAC-97AC-EACC36827401}" type="presParOf" srcId="{0BA827C8-F407-4310-A33B-B8CF9D6B0F14}" destId="{55AA72B8-23FE-456B-83A4-65EB32792DF2}" srcOrd="0" destOrd="0" presId="urn:microsoft.com/office/officeart/2008/layout/LinedList"/>
    <dgm:cxn modelId="{3C5C47A1-2355-4A66-809D-0EB45A1664D9}" type="presParOf" srcId="{0BA827C8-F407-4310-A33B-B8CF9D6B0F14}" destId="{CFAF459B-4F8E-41AA-8C30-287EFFC128ED}" srcOrd="1" destOrd="0" presId="urn:microsoft.com/office/officeart/2008/layout/LinedList"/>
    <dgm:cxn modelId="{F01721AB-C5B6-4BB5-9A75-1607A3F11F77}" type="presParOf" srcId="{E2BF2170-7B6F-4BBF-B2BC-BF20A194864E}" destId="{A74DBBE5-9DB1-4282-BF8B-E1DBFBA5D6F3}" srcOrd="2" destOrd="0" presId="urn:microsoft.com/office/officeart/2008/layout/LinedList"/>
    <dgm:cxn modelId="{EFC8FB5B-41EE-4C2F-8F79-2DC9AA7BCAC0}" type="presParOf" srcId="{E2BF2170-7B6F-4BBF-B2BC-BF20A194864E}" destId="{BB923894-A4B5-4058-A0FE-1E3649FF24D3}" srcOrd="3" destOrd="0" presId="urn:microsoft.com/office/officeart/2008/layout/LinedList"/>
    <dgm:cxn modelId="{DDF746A4-FA90-4866-94AA-5714256A87B9}" type="presParOf" srcId="{BB923894-A4B5-4058-A0FE-1E3649FF24D3}" destId="{465CFE53-3071-4FC3-B72D-3B7179862BBE}" srcOrd="0" destOrd="0" presId="urn:microsoft.com/office/officeart/2008/layout/LinedList"/>
    <dgm:cxn modelId="{4865C1BC-E000-4097-AE3C-21BB0E1D46EF}" type="presParOf" srcId="{BB923894-A4B5-4058-A0FE-1E3649FF24D3}" destId="{58570846-4096-44A4-8F23-63DA6C94C284}" srcOrd="1" destOrd="0" presId="urn:microsoft.com/office/officeart/2008/layout/LinedList"/>
    <dgm:cxn modelId="{4E97CEE8-713A-4480-9808-F17A6D7AEB1F}" type="presParOf" srcId="{E2BF2170-7B6F-4BBF-B2BC-BF20A194864E}" destId="{10E447A5-A5C0-4950-844D-36CB1EA1F46A}" srcOrd="4" destOrd="0" presId="urn:microsoft.com/office/officeart/2008/layout/LinedList"/>
    <dgm:cxn modelId="{12F26B97-5300-4ADC-A470-DA55D02DD40B}" type="presParOf" srcId="{E2BF2170-7B6F-4BBF-B2BC-BF20A194864E}" destId="{1CC71BB5-D9B7-43A4-99F6-FA3D8A9B927A}" srcOrd="5" destOrd="0" presId="urn:microsoft.com/office/officeart/2008/layout/LinedList"/>
    <dgm:cxn modelId="{777A4CDB-06C9-47E8-980C-21DE0493A4E0}" type="presParOf" srcId="{1CC71BB5-D9B7-43A4-99F6-FA3D8A9B927A}" destId="{293DD15E-E519-4F47-810D-63ABF17274ED}" srcOrd="0" destOrd="0" presId="urn:microsoft.com/office/officeart/2008/layout/LinedList"/>
    <dgm:cxn modelId="{5B74BF12-B682-4015-A121-BB0A15F3512D}" type="presParOf" srcId="{1CC71BB5-D9B7-43A4-99F6-FA3D8A9B927A}" destId="{18B0EDFF-4B05-4EEA-89F7-19A3209C6678}" srcOrd="1" destOrd="0" presId="urn:microsoft.com/office/officeart/2008/layout/LinedList"/>
    <dgm:cxn modelId="{7E05420C-01F6-4AA4-A48F-AABDF2D67012}" type="presParOf" srcId="{E2BF2170-7B6F-4BBF-B2BC-BF20A194864E}" destId="{69B05D12-A7FC-4844-A690-BC519BD3DA19}" srcOrd="6" destOrd="0" presId="urn:microsoft.com/office/officeart/2008/layout/LinedList"/>
    <dgm:cxn modelId="{513EB85C-4791-4287-94B0-2EC32AA7EB21}" type="presParOf" srcId="{E2BF2170-7B6F-4BBF-B2BC-BF20A194864E}" destId="{DEBE4B14-70F4-4452-8EEC-79B54A520328}" srcOrd="7" destOrd="0" presId="urn:microsoft.com/office/officeart/2008/layout/LinedList"/>
    <dgm:cxn modelId="{2492364D-608D-4BC4-AA04-AB6ACC409898}" type="presParOf" srcId="{DEBE4B14-70F4-4452-8EEC-79B54A520328}" destId="{0A76807D-9E6B-4085-BDD6-C4797F7A1F7C}" srcOrd="0" destOrd="0" presId="urn:microsoft.com/office/officeart/2008/layout/LinedList"/>
    <dgm:cxn modelId="{2FD55BA2-5DC9-4040-8140-5A48A6C70D57}" type="presParOf" srcId="{DEBE4B14-70F4-4452-8EEC-79B54A520328}" destId="{8954E4A4-29AF-49EB-AF18-0EB862753D25}" srcOrd="1" destOrd="0" presId="urn:microsoft.com/office/officeart/2008/layout/LinedList"/>
    <dgm:cxn modelId="{A569E9DC-48F9-497F-998A-B6AE3B72B2F0}" type="presParOf" srcId="{E2BF2170-7B6F-4BBF-B2BC-BF20A194864E}" destId="{3B1D3364-CA82-40D6-BACF-938BBEA3A3BA}" srcOrd="8" destOrd="0" presId="urn:microsoft.com/office/officeart/2008/layout/LinedList"/>
    <dgm:cxn modelId="{C325381B-2F0D-4B4E-96C3-E501731C2772}" type="presParOf" srcId="{E2BF2170-7B6F-4BBF-B2BC-BF20A194864E}" destId="{33FC9EFF-7242-49DC-933B-050B41AC52DC}" srcOrd="9" destOrd="0" presId="urn:microsoft.com/office/officeart/2008/layout/LinedList"/>
    <dgm:cxn modelId="{10813A73-DD68-446E-BC2D-7AC1B72EB518}" type="presParOf" srcId="{33FC9EFF-7242-49DC-933B-050B41AC52DC}" destId="{ACDDD717-6298-464B-B557-85C55205FEAD}" srcOrd="0" destOrd="0" presId="urn:microsoft.com/office/officeart/2008/layout/LinedList"/>
    <dgm:cxn modelId="{368A7B5C-45E4-4154-8A4F-2E71C7242C1C}" type="presParOf" srcId="{33FC9EFF-7242-49DC-933B-050B41AC52DC}" destId="{C8DBE3DB-1291-4481-8F4B-20E0D1EC5A5B}" srcOrd="1" destOrd="0" presId="urn:microsoft.com/office/officeart/2008/layout/LinedList"/>
    <dgm:cxn modelId="{9E6016E2-8866-4F20-A82C-AAB371077EC4}" type="presParOf" srcId="{E2BF2170-7B6F-4BBF-B2BC-BF20A194864E}" destId="{21707B7D-404C-4EC1-B2FE-C4D3BDDFDE7E}" srcOrd="10" destOrd="0" presId="urn:microsoft.com/office/officeart/2008/layout/LinedList"/>
    <dgm:cxn modelId="{EC6A4E60-5DEB-4DB0-B1D1-6AA7A4FBB0E6}" type="presParOf" srcId="{E2BF2170-7B6F-4BBF-B2BC-BF20A194864E}" destId="{66333B6C-348B-4BBB-88A1-56C8AC7045CD}" srcOrd="11" destOrd="0" presId="urn:microsoft.com/office/officeart/2008/layout/LinedList"/>
    <dgm:cxn modelId="{44CD41AF-407F-4148-94AC-DBEC2F5EE77E}" type="presParOf" srcId="{66333B6C-348B-4BBB-88A1-56C8AC7045CD}" destId="{5728522B-9ADF-4990-8510-2302BF1945E9}" srcOrd="0" destOrd="0" presId="urn:microsoft.com/office/officeart/2008/layout/LinedList"/>
    <dgm:cxn modelId="{6237898D-8DB5-4B9F-816C-396A042D11FE}" type="presParOf" srcId="{66333B6C-348B-4BBB-88A1-56C8AC7045CD}" destId="{A3F1EE92-68A6-4CF8-BE83-239E24A2683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D1A08B-05C7-4294-99DD-7BE56AF469A8}" type="doc">
      <dgm:prSet loTypeId="urn:microsoft.com/office/officeart/2005/8/layout/h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FD0921-E245-4A02-B3A7-0E9B55127B04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Winter (Oct-Mar)  Natural Flows</a:t>
          </a:r>
        </a:p>
      </dgm:t>
    </dgm:pt>
    <dgm:pt modelId="{70B824C9-F3CD-40A2-B5BA-784C85902FF3}" type="parTrans" cxnId="{440F9726-70B7-42A5-AB88-B53C3894826F}">
      <dgm:prSet/>
      <dgm:spPr/>
      <dgm:t>
        <a:bodyPr/>
        <a:lstStyle/>
        <a:p>
          <a:endParaRPr lang="en-US"/>
        </a:p>
      </dgm:t>
    </dgm:pt>
    <dgm:pt modelId="{69013C8D-2C94-4B00-9813-3B8C02617849}" type="sibTrans" cxnId="{440F9726-70B7-42A5-AB88-B53C3894826F}">
      <dgm:prSet/>
      <dgm:spPr/>
      <dgm:t>
        <a:bodyPr/>
        <a:lstStyle/>
        <a:p>
          <a:endParaRPr lang="en-US"/>
        </a:p>
      </dgm:t>
    </dgm:pt>
    <dgm:pt modelId="{18DC73F0-EDC3-4451-98EA-91C847F5E37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Summer (Apr-Sep) Natural Flows</a:t>
          </a:r>
        </a:p>
      </dgm:t>
    </dgm:pt>
    <dgm:pt modelId="{49516162-687F-4DFA-BEBA-7A284363F675}" type="parTrans" cxnId="{8BC42789-7A8C-4F3C-9F4C-2F71DA98F207}">
      <dgm:prSet/>
      <dgm:spPr/>
      <dgm:t>
        <a:bodyPr/>
        <a:lstStyle/>
        <a:p>
          <a:endParaRPr lang="en-US"/>
        </a:p>
      </dgm:t>
    </dgm:pt>
    <dgm:pt modelId="{60465BCF-9C95-4637-8D4C-5290976EB2A0}" type="sibTrans" cxnId="{8BC42789-7A8C-4F3C-9F4C-2F71DA98F207}">
      <dgm:prSet/>
      <dgm:spPr/>
      <dgm:t>
        <a:bodyPr/>
        <a:lstStyle/>
        <a:p>
          <a:endParaRPr lang="en-US"/>
        </a:p>
      </dgm:t>
    </dgm:pt>
    <dgm:pt modelId="{269C76F2-6A3F-4463-A37D-34DF9557723A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from Natural Flow</a:t>
          </a:r>
        </a:p>
      </dgm:t>
    </dgm:pt>
    <dgm:pt modelId="{6FBEEE41-A564-4BEC-881C-34C8762D68EC}" type="parTrans" cxnId="{0695140D-8D64-47F6-820C-E3C788A10897}">
      <dgm:prSet/>
      <dgm:spPr/>
      <dgm:t>
        <a:bodyPr/>
        <a:lstStyle/>
        <a:p>
          <a:endParaRPr lang="en-US"/>
        </a:p>
      </dgm:t>
    </dgm:pt>
    <dgm:pt modelId="{45AFFE97-47BA-4DAA-829A-7C59AE051FBD}" type="sibTrans" cxnId="{0695140D-8D64-47F6-820C-E3C788A10897}">
      <dgm:prSet/>
      <dgm:spPr/>
      <dgm:t>
        <a:bodyPr/>
        <a:lstStyle/>
        <a:p>
          <a:endParaRPr lang="en-US"/>
        </a:p>
      </dgm:t>
    </dgm:pt>
    <dgm:pt modelId="{5C407219-177A-43EE-B67E-B6E75271BA5B}">
      <dgm:prSet phldrT="[Text]" phldr="0" custT="1"/>
      <dgm:spPr/>
      <dgm:t>
        <a:bodyPr/>
        <a:lstStyle/>
        <a:p>
          <a:r>
            <a:rPr lang="en-US" sz="2400" b="1" dirty="0"/>
            <a:t>October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78EA6105-D13A-4F17-AB97-952ED6E1056F}" type="parTrans" cxnId="{46FA7699-0760-422D-95EC-7D257C462A6A}">
      <dgm:prSet/>
      <dgm:spPr/>
      <dgm:t>
        <a:bodyPr/>
        <a:lstStyle/>
        <a:p>
          <a:endParaRPr lang="en-US"/>
        </a:p>
      </dgm:t>
    </dgm:pt>
    <dgm:pt modelId="{8E1FD376-005E-46DD-AB7C-3AD5F0C68AF6}" type="sibTrans" cxnId="{46FA7699-0760-422D-95EC-7D257C462A6A}">
      <dgm:prSet/>
      <dgm:spPr/>
      <dgm:t>
        <a:bodyPr/>
        <a:lstStyle/>
        <a:p>
          <a:endParaRPr lang="en-US"/>
        </a:p>
      </dgm:t>
    </dgm:pt>
    <dgm:pt modelId="{97225384-B3A3-4246-BB0C-554A34D4B7EE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Specify Bear Lake Level</a:t>
          </a:r>
        </a:p>
      </dgm:t>
    </dgm:pt>
    <dgm:pt modelId="{2032F91E-C142-4D3C-947C-7455714058C6}" type="parTrans" cxnId="{E0FBC2CB-959A-4226-9ACB-4CB07C4E9F88}">
      <dgm:prSet/>
      <dgm:spPr/>
      <dgm:t>
        <a:bodyPr/>
        <a:lstStyle/>
        <a:p>
          <a:endParaRPr lang="en-US"/>
        </a:p>
      </dgm:t>
    </dgm:pt>
    <dgm:pt modelId="{6E3C3B18-981D-4F6C-AB72-2F298617B885}" type="sibTrans" cxnId="{E0FBC2CB-959A-4226-9ACB-4CB07C4E9F88}">
      <dgm:prSet/>
      <dgm:spPr/>
      <dgm:t>
        <a:bodyPr/>
        <a:lstStyle/>
        <a:p>
          <a:endParaRPr lang="en-US"/>
        </a:p>
      </dgm:t>
    </dgm:pt>
    <dgm:pt modelId="{5489487A-AE09-4C57-A8FE-3C88CD528A51}">
      <dgm:prSet phldrT="[Text]" phldr="0" custT="1"/>
      <dgm:spPr/>
      <dgm:t>
        <a:bodyPr/>
        <a:lstStyle/>
        <a:p>
          <a:r>
            <a:rPr lang="en-US" sz="2400" b="1" dirty="0"/>
            <a:t>April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3491C758-4628-4476-8033-6CEC21F5D7B6}" type="parTrans" cxnId="{A778DC99-B49C-4DDC-91A4-BC2F4970DD00}">
      <dgm:prSet/>
      <dgm:spPr/>
      <dgm:t>
        <a:bodyPr/>
        <a:lstStyle/>
        <a:p>
          <a:endParaRPr lang="en-US"/>
        </a:p>
      </dgm:t>
    </dgm:pt>
    <dgm:pt modelId="{A5277286-5511-4E9A-9AF8-737B622E3223}" type="sibTrans" cxnId="{A778DC99-B49C-4DDC-91A4-BC2F4970DD00}">
      <dgm:prSet/>
      <dgm:spPr/>
      <dgm:t>
        <a:bodyPr/>
        <a:lstStyle/>
        <a:p>
          <a:endParaRPr lang="en-US"/>
        </a:p>
      </dgm:t>
    </dgm:pt>
    <dgm:pt modelId="{36A43055-FF1E-4000-92DC-E1996435069B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Potential Target Elevation for Bear Lake</a:t>
          </a:r>
        </a:p>
      </dgm:t>
    </dgm:pt>
    <dgm:pt modelId="{F952DEC6-66D8-4998-8A9C-A930577EC2D2}" type="parTrans" cxnId="{BDFEF269-CF52-44E1-90F3-093DB5486581}">
      <dgm:prSet/>
      <dgm:spPr/>
      <dgm:t>
        <a:bodyPr/>
        <a:lstStyle/>
        <a:p>
          <a:endParaRPr lang="en-US"/>
        </a:p>
      </dgm:t>
    </dgm:pt>
    <dgm:pt modelId="{86D954EB-E373-4698-A5D0-017BAF56FA0A}" type="sibTrans" cxnId="{BDFEF269-CF52-44E1-90F3-093DB5486581}">
      <dgm:prSet/>
      <dgm:spPr/>
      <dgm:t>
        <a:bodyPr/>
        <a:lstStyle/>
        <a:p>
          <a:endParaRPr lang="en-US"/>
        </a:p>
      </dgm:t>
    </dgm:pt>
    <dgm:pt modelId="{1BCB95D6-B1A4-439C-9AD1-CE00E32D68AA}">
      <dgm:prSet phldrT="[Text]" phldr="0" custT="1"/>
      <dgm:spPr/>
      <dgm:t>
        <a:bodyPr/>
        <a:lstStyle/>
        <a:p>
          <a:r>
            <a:rPr lang="en-US" sz="2400" b="1" dirty="0"/>
            <a:t>Summer</a:t>
          </a:r>
        </a:p>
      </dgm:t>
    </dgm:pt>
    <dgm:pt modelId="{565DC6A8-BFE9-4A7B-9AAF-B0195AFAE88E}" type="parTrans" cxnId="{8B4A27D9-7DF5-407D-9FE0-9F9C17CD667A}">
      <dgm:prSet/>
      <dgm:spPr/>
      <dgm:t>
        <a:bodyPr/>
        <a:lstStyle/>
        <a:p>
          <a:endParaRPr lang="en-US"/>
        </a:p>
      </dgm:t>
    </dgm:pt>
    <dgm:pt modelId="{0C420126-164A-4514-A51E-AB2C4502F253}" type="sibTrans" cxnId="{8B4A27D9-7DF5-407D-9FE0-9F9C17CD667A}">
      <dgm:prSet/>
      <dgm:spPr/>
      <dgm:t>
        <a:bodyPr/>
        <a:lstStyle/>
        <a:p>
          <a:endParaRPr lang="en-US"/>
        </a:p>
      </dgm:t>
    </dgm:pt>
    <dgm:pt modelId="{FB1AC2EB-2A73-487E-BFFC-E85DCC33CF70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Available water</a:t>
          </a:r>
        </a:p>
      </dgm:t>
    </dgm:pt>
    <dgm:pt modelId="{E19BCDDB-747D-419A-A20E-A9AAFEF8A011}" type="parTrans" cxnId="{63DD5235-EEA8-4C62-812F-84E36FEF1592}">
      <dgm:prSet/>
      <dgm:spPr/>
      <dgm:t>
        <a:bodyPr/>
        <a:lstStyle/>
        <a:p>
          <a:endParaRPr lang="en-US"/>
        </a:p>
      </dgm:t>
    </dgm:pt>
    <dgm:pt modelId="{86A587C2-A658-4B6E-9679-4F54844F90F0}" type="sibTrans" cxnId="{63DD5235-EEA8-4C62-812F-84E36FEF1592}">
      <dgm:prSet/>
      <dgm:spPr/>
      <dgm:t>
        <a:bodyPr/>
        <a:lstStyle/>
        <a:p>
          <a:endParaRPr lang="en-US"/>
        </a:p>
      </dgm:t>
    </dgm:pt>
    <dgm:pt modelId="{EB9EEFA8-E354-4F52-BA0E-F1E23DACFF23}">
      <dgm:prSet phldrT="[Text]" phldr="0" custT="1"/>
      <dgm:spPr/>
      <dgm:t>
        <a:bodyPr/>
        <a:lstStyle/>
        <a:p>
          <a:r>
            <a:rPr lang="en-US" sz="1600" b="1">
              <a:solidFill>
                <a:srgbClr val="3333FF"/>
              </a:solidFill>
            </a:rPr>
            <a:t>Decide Consumption</a:t>
          </a:r>
          <a:endParaRPr lang="en-US" sz="1600" b="1" dirty="0">
            <a:solidFill>
              <a:srgbClr val="3333FF"/>
            </a:solidFill>
          </a:endParaRPr>
        </a:p>
      </dgm:t>
    </dgm:pt>
    <dgm:pt modelId="{FBDD0822-3C20-4EF0-B91D-23A882EE7DCF}" type="parTrans" cxnId="{22D14C08-B102-444F-8400-735B14327DF4}">
      <dgm:prSet/>
      <dgm:spPr/>
      <dgm:t>
        <a:bodyPr/>
        <a:lstStyle/>
        <a:p>
          <a:endParaRPr lang="en-US"/>
        </a:p>
      </dgm:t>
    </dgm:pt>
    <dgm:pt modelId="{81CF5625-CEBF-44C9-BA20-42ED0CDF8DE9}" type="sibTrans" cxnId="{22D14C08-B102-444F-8400-735B14327DF4}">
      <dgm:prSet/>
      <dgm:spPr/>
      <dgm:t>
        <a:bodyPr/>
        <a:lstStyle/>
        <a:p>
          <a:endParaRPr lang="en-US"/>
        </a:p>
      </dgm:t>
    </dgm:pt>
    <dgm:pt modelId="{5DA50F34-C831-4850-8B63-CE799FF6C0D5}">
      <dgm:prSet phldrT="[Text]" phldr="0" custT="1"/>
      <dgm:spPr/>
      <dgm:t>
        <a:bodyPr/>
        <a:lstStyle/>
        <a:p>
          <a:r>
            <a:rPr lang="en-US" sz="2400" b="1" dirty="0"/>
            <a:t>End of Summer</a:t>
          </a:r>
        </a:p>
      </dgm:t>
    </dgm:pt>
    <dgm:pt modelId="{B7130E8A-5AA5-407D-9187-C73B81606744}" type="parTrans" cxnId="{792D4403-5B5E-411A-82AE-D483DFE10AAB}">
      <dgm:prSet/>
      <dgm:spPr/>
      <dgm:t>
        <a:bodyPr/>
        <a:lstStyle/>
        <a:p>
          <a:endParaRPr lang="en-US"/>
        </a:p>
      </dgm:t>
    </dgm:pt>
    <dgm:pt modelId="{27D0D650-91D1-4215-B213-38A33A97C818}" type="sibTrans" cxnId="{792D4403-5B5E-411A-82AE-D483DFE10AAB}">
      <dgm:prSet/>
      <dgm:spPr/>
      <dgm:t>
        <a:bodyPr/>
        <a:lstStyle/>
        <a:p>
          <a:endParaRPr lang="en-US"/>
        </a:p>
      </dgm:t>
    </dgm:pt>
    <dgm:pt modelId="{8111E655-AA73-4919-8D88-D2AFAC6203BA}">
      <dgm:prSet phldrT="[Text]" phldr="0" custT="1"/>
      <dgm:spPr/>
      <dgm:t>
        <a:bodyPr/>
        <a:lstStyle/>
        <a:p>
          <a:r>
            <a:rPr lang="en-US" sz="1800" b="1">
              <a:solidFill>
                <a:srgbClr val="00B050"/>
              </a:solidFill>
            </a:rPr>
            <a:t>Bank storage in Bear Lake</a:t>
          </a:r>
          <a:endParaRPr lang="en-US" sz="1800" b="1" dirty="0">
            <a:solidFill>
              <a:srgbClr val="00B050"/>
            </a:solidFill>
          </a:endParaRPr>
        </a:p>
      </dgm:t>
    </dgm:pt>
    <dgm:pt modelId="{1D01C444-95C3-40B7-A96E-5D3C98D5EFB1}" type="parTrans" cxnId="{D4C2C2BA-4EF0-4E8C-8B23-D309E73EFFAB}">
      <dgm:prSet/>
      <dgm:spPr/>
      <dgm:t>
        <a:bodyPr/>
        <a:lstStyle/>
        <a:p>
          <a:endParaRPr lang="en-US"/>
        </a:p>
      </dgm:t>
    </dgm:pt>
    <dgm:pt modelId="{734582F4-7C5B-4397-B295-2E2F146BB4BE}" type="sibTrans" cxnId="{D4C2C2BA-4EF0-4E8C-8B23-D309E73EFFAB}">
      <dgm:prSet/>
      <dgm:spPr/>
      <dgm:t>
        <a:bodyPr/>
        <a:lstStyle/>
        <a:p>
          <a:endParaRPr lang="en-US"/>
        </a:p>
      </dgm:t>
    </dgm:pt>
    <dgm:pt modelId="{F945E611-CD2E-4C69-9DAE-2D0D3822A0EA}">
      <dgm:prSet phldrT="[Text]" phldr="0" custT="1"/>
      <dgm:spPr/>
      <dgm:t>
        <a:bodyPr/>
        <a:lstStyle/>
        <a:p>
          <a:r>
            <a:rPr lang="en-US" sz="1800" b="1">
              <a:solidFill>
                <a:srgbClr val="3333FF"/>
              </a:solidFill>
            </a:rPr>
            <a:t>Deliver to GSL from bank storage </a:t>
          </a:r>
          <a:endParaRPr lang="en-US" sz="1800" b="1" dirty="0">
            <a:solidFill>
              <a:srgbClr val="3333FF"/>
            </a:solidFill>
          </a:endParaRPr>
        </a:p>
      </dgm:t>
    </dgm:pt>
    <dgm:pt modelId="{E05F5CE7-8C2A-4ACE-81D4-21183E002FC5}" type="parTrans" cxnId="{F305BA26-4492-4867-9F9B-5A8ACF3514B4}">
      <dgm:prSet/>
      <dgm:spPr/>
      <dgm:t>
        <a:bodyPr/>
        <a:lstStyle/>
        <a:p>
          <a:endParaRPr lang="en-US"/>
        </a:p>
      </dgm:t>
    </dgm:pt>
    <dgm:pt modelId="{25BB5900-0641-407C-8ED9-9C929C16D5E9}" type="sibTrans" cxnId="{F305BA26-4492-4867-9F9B-5A8ACF3514B4}">
      <dgm:prSet/>
      <dgm:spPr/>
      <dgm:t>
        <a:bodyPr/>
        <a:lstStyle/>
        <a:p>
          <a:endParaRPr lang="en-US"/>
        </a:p>
      </dgm:t>
    </dgm:pt>
    <dgm:pt modelId="{3679B97A-32D2-4172-BEF9-560A1496BE56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Negotiate Price</a:t>
          </a:r>
        </a:p>
      </dgm:t>
    </dgm:pt>
    <dgm:pt modelId="{B180FB7C-C893-47CE-AC8C-F0A6527F33DC}" type="parTrans" cxnId="{A16A5AFB-4236-4673-9CB5-BE389EB3EF8C}">
      <dgm:prSet/>
      <dgm:spPr/>
      <dgm:t>
        <a:bodyPr/>
        <a:lstStyle/>
        <a:p>
          <a:endParaRPr lang="en-US"/>
        </a:p>
      </dgm:t>
    </dgm:pt>
    <dgm:pt modelId="{0D2383D4-47E1-4D36-90BF-8D7B53F07E5B}" type="sibTrans" cxnId="{A16A5AFB-4236-4673-9CB5-BE389EB3EF8C}">
      <dgm:prSet/>
      <dgm:spPr/>
      <dgm:t>
        <a:bodyPr/>
        <a:lstStyle/>
        <a:p>
          <a:endParaRPr lang="en-US"/>
        </a:p>
      </dgm:t>
    </dgm:pt>
    <dgm:pt modelId="{428AB112-F44A-4DBD-9A72-307227A4883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Sell or Conserve remaining water</a:t>
          </a:r>
        </a:p>
      </dgm:t>
    </dgm:pt>
    <dgm:pt modelId="{DE48C9E4-0BEC-4D80-A91C-82920DE858EA}" type="parTrans" cxnId="{6B257843-4F5E-4AFE-A2EB-DCD7EC2836DE}">
      <dgm:prSet/>
      <dgm:spPr/>
      <dgm:t>
        <a:bodyPr/>
        <a:lstStyle/>
        <a:p>
          <a:endParaRPr lang="en-US"/>
        </a:p>
      </dgm:t>
    </dgm:pt>
    <dgm:pt modelId="{364B18D5-CB61-44ED-85B8-E92D9EE279E9}" type="sibTrans" cxnId="{6B257843-4F5E-4AFE-A2EB-DCD7EC2836DE}">
      <dgm:prSet/>
      <dgm:spPr/>
      <dgm:t>
        <a:bodyPr/>
        <a:lstStyle/>
        <a:p>
          <a:endParaRPr lang="en-US"/>
        </a:p>
      </dgm:t>
    </dgm:pt>
    <dgm:pt modelId="{1641139E-5806-4ED1-AA40-CDBBD9ABB873}" type="pres">
      <dgm:prSet presAssocID="{99D1A08B-05C7-4294-99DD-7BE56AF469A8}" presName="Name0" presStyleCnt="0">
        <dgm:presLayoutVars>
          <dgm:dir/>
          <dgm:animLvl val="lvl"/>
          <dgm:resizeHandles val="exact"/>
        </dgm:presLayoutVars>
      </dgm:prSet>
      <dgm:spPr/>
    </dgm:pt>
    <dgm:pt modelId="{A69DC343-962C-4193-B759-C426D90ADEBE}" type="pres">
      <dgm:prSet presAssocID="{99D1A08B-05C7-4294-99DD-7BE56AF469A8}" presName="tSp" presStyleCnt="0"/>
      <dgm:spPr/>
    </dgm:pt>
    <dgm:pt modelId="{D44F98B8-7C0E-44E6-B339-45D9858C4485}" type="pres">
      <dgm:prSet presAssocID="{99D1A08B-05C7-4294-99DD-7BE56AF469A8}" presName="bSp" presStyleCnt="0"/>
      <dgm:spPr/>
    </dgm:pt>
    <dgm:pt modelId="{D414F4B2-7830-4056-8693-7152B494301A}" type="pres">
      <dgm:prSet presAssocID="{99D1A08B-05C7-4294-99DD-7BE56AF469A8}" presName="process" presStyleCnt="0"/>
      <dgm:spPr/>
    </dgm:pt>
    <dgm:pt modelId="{31228088-885C-49E3-AE4E-7F1B0118071C}" type="pres">
      <dgm:prSet presAssocID="{5C407219-177A-43EE-B67E-B6E75271BA5B}" presName="composite1" presStyleCnt="0"/>
      <dgm:spPr/>
    </dgm:pt>
    <dgm:pt modelId="{FCC3BD23-997E-4674-8B26-CC365D097590}" type="pres">
      <dgm:prSet presAssocID="{5C407219-177A-43EE-B67E-B6E75271BA5B}" presName="dummyNode1" presStyleLbl="node1" presStyleIdx="0" presStyleCnt="4"/>
      <dgm:spPr/>
    </dgm:pt>
    <dgm:pt modelId="{30DD4CDA-4812-46C7-BA95-FF21DAD772D9}" type="pres">
      <dgm:prSet presAssocID="{5C407219-177A-43EE-B67E-B6E75271BA5B}" presName="childNode1" presStyleLbl="bgAcc1" presStyleIdx="0" presStyleCnt="4">
        <dgm:presLayoutVars>
          <dgm:bulletEnabled val="1"/>
        </dgm:presLayoutVars>
      </dgm:prSet>
      <dgm:spPr/>
    </dgm:pt>
    <dgm:pt modelId="{21C25EF7-5122-4CB4-922C-C536D59390E7}" type="pres">
      <dgm:prSet presAssocID="{5C407219-177A-43EE-B67E-B6E75271BA5B}" presName="childNode1tx" presStyleLbl="bgAcc1" presStyleIdx="0" presStyleCnt="4">
        <dgm:presLayoutVars>
          <dgm:bulletEnabled val="1"/>
        </dgm:presLayoutVars>
      </dgm:prSet>
      <dgm:spPr/>
    </dgm:pt>
    <dgm:pt modelId="{22CBB4AF-36EB-417C-B703-FAF0662ACF49}" type="pres">
      <dgm:prSet presAssocID="{5C407219-177A-43EE-B67E-B6E75271BA5B}" presName="parentNode1" presStyleLbl="node1" presStyleIdx="0" presStyleCnt="4" custLinFactNeighborY="7777">
        <dgm:presLayoutVars>
          <dgm:chMax val="1"/>
          <dgm:bulletEnabled val="1"/>
        </dgm:presLayoutVars>
      </dgm:prSet>
      <dgm:spPr/>
    </dgm:pt>
    <dgm:pt modelId="{CD953644-E5C6-4A75-8B8E-A06C97C3F536}" type="pres">
      <dgm:prSet presAssocID="{5C407219-177A-43EE-B67E-B6E75271BA5B}" presName="connSite1" presStyleCnt="0"/>
      <dgm:spPr/>
    </dgm:pt>
    <dgm:pt modelId="{464DE029-02A1-4763-8666-F53A13C6FAAD}" type="pres">
      <dgm:prSet presAssocID="{8E1FD376-005E-46DD-AB7C-3AD5F0C68AF6}" presName="Name9" presStyleLbl="sibTrans2D1" presStyleIdx="0" presStyleCnt="3"/>
      <dgm:spPr/>
    </dgm:pt>
    <dgm:pt modelId="{AFDFC40E-DDD3-4BC8-8BEB-A1A8244FD812}" type="pres">
      <dgm:prSet presAssocID="{5489487A-AE09-4C57-A8FE-3C88CD528A51}" presName="composite2" presStyleCnt="0"/>
      <dgm:spPr/>
    </dgm:pt>
    <dgm:pt modelId="{3D3FE732-BEE4-4789-B501-EFE8520C98A6}" type="pres">
      <dgm:prSet presAssocID="{5489487A-AE09-4C57-A8FE-3C88CD528A51}" presName="dummyNode2" presStyleLbl="node1" presStyleIdx="0" presStyleCnt="4"/>
      <dgm:spPr/>
    </dgm:pt>
    <dgm:pt modelId="{D9BDC29B-7D63-4495-A3B2-7C07F9B8C330}" type="pres">
      <dgm:prSet presAssocID="{5489487A-AE09-4C57-A8FE-3C88CD528A51}" presName="childNode2" presStyleLbl="bgAcc1" presStyleIdx="1" presStyleCnt="4">
        <dgm:presLayoutVars>
          <dgm:bulletEnabled val="1"/>
        </dgm:presLayoutVars>
      </dgm:prSet>
      <dgm:spPr/>
    </dgm:pt>
    <dgm:pt modelId="{3A5BFE43-F020-43A7-BFCC-87B32E6976A9}" type="pres">
      <dgm:prSet presAssocID="{5489487A-AE09-4C57-A8FE-3C88CD528A51}" presName="childNode2tx" presStyleLbl="bgAcc1" presStyleIdx="1" presStyleCnt="4">
        <dgm:presLayoutVars>
          <dgm:bulletEnabled val="1"/>
        </dgm:presLayoutVars>
      </dgm:prSet>
      <dgm:spPr/>
    </dgm:pt>
    <dgm:pt modelId="{57A9CED2-870E-4BB2-8BB0-97EB3CDBF401}" type="pres">
      <dgm:prSet presAssocID="{5489487A-AE09-4C57-A8FE-3C88CD528A5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9A6587D4-7582-4D83-A90E-1B1B29100CB4}" type="pres">
      <dgm:prSet presAssocID="{5489487A-AE09-4C57-A8FE-3C88CD528A51}" presName="connSite2" presStyleCnt="0"/>
      <dgm:spPr/>
    </dgm:pt>
    <dgm:pt modelId="{1C299799-9D54-457B-A3C7-0FB93A410866}" type="pres">
      <dgm:prSet presAssocID="{A5277286-5511-4E9A-9AF8-737B622E3223}" presName="Name18" presStyleLbl="sibTrans2D1" presStyleIdx="1" presStyleCnt="3"/>
      <dgm:spPr/>
    </dgm:pt>
    <dgm:pt modelId="{64364D03-C473-454F-AF21-95C000F5F884}" type="pres">
      <dgm:prSet presAssocID="{1BCB95D6-B1A4-439C-9AD1-CE00E32D68AA}" presName="composite1" presStyleCnt="0"/>
      <dgm:spPr/>
    </dgm:pt>
    <dgm:pt modelId="{44F76157-1425-47BB-9E5D-B9F240E12A0A}" type="pres">
      <dgm:prSet presAssocID="{1BCB95D6-B1A4-439C-9AD1-CE00E32D68AA}" presName="dummyNode1" presStyleLbl="node1" presStyleIdx="1" presStyleCnt="4"/>
      <dgm:spPr/>
    </dgm:pt>
    <dgm:pt modelId="{686EF4F2-C186-45B2-85A0-F6687D978556}" type="pres">
      <dgm:prSet presAssocID="{1BCB95D6-B1A4-439C-9AD1-CE00E32D68AA}" presName="childNode1" presStyleLbl="bgAcc1" presStyleIdx="2" presStyleCnt="4">
        <dgm:presLayoutVars>
          <dgm:bulletEnabled val="1"/>
        </dgm:presLayoutVars>
      </dgm:prSet>
      <dgm:spPr/>
    </dgm:pt>
    <dgm:pt modelId="{22FAA828-71BC-4F47-855C-19152EC671EC}" type="pres">
      <dgm:prSet presAssocID="{1BCB95D6-B1A4-439C-9AD1-CE00E32D68AA}" presName="childNode1tx" presStyleLbl="bgAcc1" presStyleIdx="2" presStyleCnt="4">
        <dgm:presLayoutVars>
          <dgm:bulletEnabled val="1"/>
        </dgm:presLayoutVars>
      </dgm:prSet>
      <dgm:spPr/>
    </dgm:pt>
    <dgm:pt modelId="{94FE265A-D377-4872-8AAD-6D9586E0C18A}" type="pres">
      <dgm:prSet presAssocID="{1BCB95D6-B1A4-439C-9AD1-CE00E32D68AA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B4BA71-2269-473A-9B34-EE3A92EF3F26}" type="pres">
      <dgm:prSet presAssocID="{1BCB95D6-B1A4-439C-9AD1-CE00E32D68AA}" presName="connSite1" presStyleCnt="0"/>
      <dgm:spPr/>
    </dgm:pt>
    <dgm:pt modelId="{74F3F80A-8B0F-4F29-B321-AD28639C9105}" type="pres">
      <dgm:prSet presAssocID="{0C420126-164A-4514-A51E-AB2C4502F253}" presName="Name9" presStyleLbl="sibTrans2D1" presStyleIdx="2" presStyleCnt="3"/>
      <dgm:spPr/>
    </dgm:pt>
    <dgm:pt modelId="{EA78CE16-E317-4FEA-996D-E0EE0A893B5C}" type="pres">
      <dgm:prSet presAssocID="{5DA50F34-C831-4850-8B63-CE799FF6C0D5}" presName="composite2" presStyleCnt="0"/>
      <dgm:spPr/>
    </dgm:pt>
    <dgm:pt modelId="{60BAA0C7-18DD-413F-B007-B92B7FACDBD8}" type="pres">
      <dgm:prSet presAssocID="{5DA50F34-C831-4850-8B63-CE799FF6C0D5}" presName="dummyNode2" presStyleLbl="node1" presStyleIdx="2" presStyleCnt="4"/>
      <dgm:spPr/>
    </dgm:pt>
    <dgm:pt modelId="{DE4AC59B-B8E8-4AE0-82DC-3BD6B4ADF27A}" type="pres">
      <dgm:prSet presAssocID="{5DA50F34-C831-4850-8B63-CE799FF6C0D5}" presName="childNode2" presStyleLbl="bgAcc1" presStyleIdx="3" presStyleCnt="4">
        <dgm:presLayoutVars>
          <dgm:bulletEnabled val="1"/>
        </dgm:presLayoutVars>
      </dgm:prSet>
      <dgm:spPr/>
    </dgm:pt>
    <dgm:pt modelId="{3C445FF9-93F1-4683-A6D2-EC9DB43AA93D}" type="pres">
      <dgm:prSet presAssocID="{5DA50F34-C831-4850-8B63-CE799FF6C0D5}" presName="childNode2tx" presStyleLbl="bgAcc1" presStyleIdx="3" presStyleCnt="4">
        <dgm:presLayoutVars>
          <dgm:bulletEnabled val="1"/>
        </dgm:presLayoutVars>
      </dgm:prSet>
      <dgm:spPr/>
    </dgm:pt>
    <dgm:pt modelId="{C4D9AE61-43FF-44EC-9E2D-7446ED243914}" type="pres">
      <dgm:prSet presAssocID="{5DA50F34-C831-4850-8B63-CE799FF6C0D5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B20B26B3-AC24-4A72-B831-B92A331552E8}" type="pres">
      <dgm:prSet presAssocID="{5DA50F34-C831-4850-8B63-CE799FF6C0D5}" presName="connSite2" presStyleCnt="0"/>
      <dgm:spPr/>
    </dgm:pt>
  </dgm:ptLst>
  <dgm:cxnLst>
    <dgm:cxn modelId="{792D4403-5B5E-411A-82AE-D483DFE10AAB}" srcId="{99D1A08B-05C7-4294-99DD-7BE56AF469A8}" destId="{5DA50F34-C831-4850-8B63-CE799FF6C0D5}" srcOrd="3" destOrd="0" parTransId="{B7130E8A-5AA5-407D-9187-C73B81606744}" sibTransId="{27D0D650-91D1-4215-B213-38A33A97C818}"/>
    <dgm:cxn modelId="{22D14C08-B102-444F-8400-735B14327DF4}" srcId="{1BCB95D6-B1A4-439C-9AD1-CE00E32D68AA}" destId="{EB9EEFA8-E354-4F52-BA0E-F1E23DACFF23}" srcOrd="1" destOrd="0" parTransId="{FBDD0822-3C20-4EF0-B91D-23A882EE7DCF}" sibTransId="{81CF5625-CEBF-44C9-BA20-42ED0CDF8DE9}"/>
    <dgm:cxn modelId="{3AA8EF0A-0856-4B67-8239-D4811C9B9A20}" type="presOf" srcId="{36A43055-FF1E-4000-92DC-E1996435069B}" destId="{3A5BFE43-F020-43A7-BFCC-87B32E6976A9}" srcOrd="1" destOrd="0" presId="urn:microsoft.com/office/officeart/2005/8/layout/hProcess4"/>
    <dgm:cxn modelId="{0695140D-8D64-47F6-820C-E3C788A10897}" srcId="{5C407219-177A-43EE-B67E-B6E75271BA5B}" destId="{269C76F2-6A3F-4463-A37D-34DF9557723A}" srcOrd="1" destOrd="0" parTransId="{6FBEEE41-A564-4BEC-881C-34C8762D68EC}" sibTransId="{45AFFE97-47BA-4DAA-829A-7C59AE051FBD}"/>
    <dgm:cxn modelId="{E2C1BF0F-D514-4126-8BC4-A61CBF22795D}" type="presOf" srcId="{FB1AC2EB-2A73-487E-BFFC-E85DCC33CF70}" destId="{686EF4F2-C186-45B2-85A0-F6687D978556}" srcOrd="0" destOrd="0" presId="urn:microsoft.com/office/officeart/2005/8/layout/hProcess4"/>
    <dgm:cxn modelId="{C28AC818-B414-421E-8463-AB316EB8EB6D}" type="presOf" srcId="{97225384-B3A3-4246-BB0C-554A34D4B7EE}" destId="{21C25EF7-5122-4CB4-922C-C536D59390E7}" srcOrd="1" destOrd="0" presId="urn:microsoft.com/office/officeart/2005/8/layout/hProcess4"/>
    <dgm:cxn modelId="{64ECB721-0461-41EC-8F41-CB09C952C4FE}" type="presOf" srcId="{5C407219-177A-43EE-B67E-B6E75271BA5B}" destId="{22CBB4AF-36EB-417C-B703-FAF0662ACF49}" srcOrd="0" destOrd="0" presId="urn:microsoft.com/office/officeart/2005/8/layout/hProcess4"/>
    <dgm:cxn modelId="{440F9726-70B7-42A5-AB88-B53C3894826F}" srcId="{269C76F2-6A3F-4463-A37D-34DF9557723A}" destId="{DCFD0921-E245-4A02-B3A7-0E9B55127B04}" srcOrd="0" destOrd="0" parTransId="{70B824C9-F3CD-40A2-B5BA-784C85902FF3}" sibTransId="{69013C8D-2C94-4B00-9813-3B8C02617849}"/>
    <dgm:cxn modelId="{F305BA26-4492-4867-9F9B-5A8ACF3514B4}" srcId="{5DA50F34-C831-4850-8B63-CE799FF6C0D5}" destId="{F945E611-CD2E-4C69-9DAE-2D0D3822A0EA}" srcOrd="1" destOrd="0" parTransId="{E05F5CE7-8C2A-4ACE-81D4-21183E002FC5}" sibTransId="{25BB5900-0641-407C-8ED9-9C929C16D5E9}"/>
    <dgm:cxn modelId="{5997E327-E8CC-401F-8736-7BC1AA7001BC}" type="presOf" srcId="{8111E655-AA73-4919-8D88-D2AFAC6203BA}" destId="{3C445FF9-93F1-4683-A6D2-EC9DB43AA93D}" srcOrd="1" destOrd="0" presId="urn:microsoft.com/office/officeart/2005/8/layout/hProcess4"/>
    <dgm:cxn modelId="{E8CA3328-6D59-4724-88B8-D6684CCFD216}" type="presOf" srcId="{F945E611-CD2E-4C69-9DAE-2D0D3822A0EA}" destId="{3C445FF9-93F1-4683-A6D2-EC9DB43AA93D}" srcOrd="1" destOrd="1" presId="urn:microsoft.com/office/officeart/2005/8/layout/hProcess4"/>
    <dgm:cxn modelId="{1D8D772B-181D-4909-B145-E899F3EF30EF}" type="presOf" srcId="{99D1A08B-05C7-4294-99DD-7BE56AF469A8}" destId="{1641139E-5806-4ED1-AA40-CDBBD9ABB873}" srcOrd="0" destOrd="0" presId="urn:microsoft.com/office/officeart/2005/8/layout/hProcess4"/>
    <dgm:cxn modelId="{F1D3D530-B984-418C-B652-57E1E301F4DE}" type="presOf" srcId="{0C420126-164A-4514-A51E-AB2C4502F253}" destId="{74F3F80A-8B0F-4F29-B321-AD28639C9105}" srcOrd="0" destOrd="0" presId="urn:microsoft.com/office/officeart/2005/8/layout/hProcess4"/>
    <dgm:cxn modelId="{1629ED30-2BD7-424A-906E-0DAD0AA696C2}" type="presOf" srcId="{F945E611-CD2E-4C69-9DAE-2D0D3822A0EA}" destId="{DE4AC59B-B8E8-4AE0-82DC-3BD6B4ADF27A}" srcOrd="0" destOrd="1" presId="urn:microsoft.com/office/officeart/2005/8/layout/hProcess4"/>
    <dgm:cxn modelId="{63DD5235-EEA8-4C62-812F-84E36FEF1592}" srcId="{1BCB95D6-B1A4-439C-9AD1-CE00E32D68AA}" destId="{FB1AC2EB-2A73-487E-BFFC-E85DCC33CF70}" srcOrd="0" destOrd="0" parTransId="{E19BCDDB-747D-419A-A20E-A9AAFEF8A011}" sibTransId="{86A587C2-A658-4B6E-9679-4F54844F90F0}"/>
    <dgm:cxn modelId="{178C6A5B-5781-42D4-90C0-2603702C6FEC}" type="presOf" srcId="{3679B97A-32D2-4172-BEF9-560A1496BE56}" destId="{22FAA828-71BC-4F47-855C-19152EC671EC}" srcOrd="1" destOrd="3" presId="urn:microsoft.com/office/officeart/2005/8/layout/hProcess4"/>
    <dgm:cxn modelId="{B640D65E-9BAB-40E1-9A90-1DF268BFCE38}" type="presOf" srcId="{8E1FD376-005E-46DD-AB7C-3AD5F0C68AF6}" destId="{464DE029-02A1-4763-8666-F53A13C6FAAD}" srcOrd="0" destOrd="0" presId="urn:microsoft.com/office/officeart/2005/8/layout/hProcess4"/>
    <dgm:cxn modelId="{CA3F9942-3020-409B-85BB-456C14616609}" type="presOf" srcId="{18DC73F0-EDC3-4451-98EA-91C847F5E375}" destId="{3A5BFE43-F020-43A7-BFCC-87B32E6976A9}" srcOrd="1" destOrd="1" presId="urn:microsoft.com/office/officeart/2005/8/layout/hProcess4"/>
    <dgm:cxn modelId="{6B257843-4F5E-4AFE-A2EB-DCD7EC2836DE}" srcId="{EB9EEFA8-E354-4F52-BA0E-F1E23DACFF23}" destId="{428AB112-F44A-4DBD-9A72-307227A48835}" srcOrd="0" destOrd="0" parTransId="{DE48C9E4-0BEC-4D80-A91C-82920DE858EA}" sibTransId="{364B18D5-CB61-44ED-85B8-E92D9EE279E9}"/>
    <dgm:cxn modelId="{BDFEF269-CF52-44E1-90F3-093DB5486581}" srcId="{5489487A-AE09-4C57-A8FE-3C88CD528A51}" destId="{36A43055-FF1E-4000-92DC-E1996435069B}" srcOrd="0" destOrd="0" parTransId="{F952DEC6-66D8-4998-8A9C-A930577EC2D2}" sibTransId="{86D954EB-E373-4698-A5D0-017BAF56FA0A}"/>
    <dgm:cxn modelId="{9F09F24A-90A1-422B-B5DA-B38130F44CE8}" type="presOf" srcId="{36A43055-FF1E-4000-92DC-E1996435069B}" destId="{D9BDC29B-7D63-4495-A3B2-7C07F9B8C330}" srcOrd="0" destOrd="0" presId="urn:microsoft.com/office/officeart/2005/8/layout/hProcess4"/>
    <dgm:cxn modelId="{3BA51A6D-6778-4A76-81C2-F27BF63FFE4F}" type="presOf" srcId="{428AB112-F44A-4DBD-9A72-307227A48835}" destId="{22FAA828-71BC-4F47-855C-19152EC671EC}" srcOrd="1" destOrd="2" presId="urn:microsoft.com/office/officeart/2005/8/layout/hProcess4"/>
    <dgm:cxn modelId="{05D31F52-AB99-41FE-B518-7A810335A1BA}" type="presOf" srcId="{FB1AC2EB-2A73-487E-BFFC-E85DCC33CF70}" destId="{22FAA828-71BC-4F47-855C-19152EC671EC}" srcOrd="1" destOrd="0" presId="urn:microsoft.com/office/officeart/2005/8/layout/hProcess4"/>
    <dgm:cxn modelId="{284B5854-B03F-43A1-A980-1E2CA9E3F355}" type="presOf" srcId="{8111E655-AA73-4919-8D88-D2AFAC6203BA}" destId="{DE4AC59B-B8E8-4AE0-82DC-3BD6B4ADF27A}" srcOrd="0" destOrd="0" presId="urn:microsoft.com/office/officeart/2005/8/layout/hProcess4"/>
    <dgm:cxn modelId="{AF464776-F375-42C1-A960-13E9CEAD8FA3}" type="presOf" srcId="{A5277286-5511-4E9A-9AF8-737B622E3223}" destId="{1C299799-9D54-457B-A3C7-0FB93A410866}" srcOrd="0" destOrd="0" presId="urn:microsoft.com/office/officeart/2005/8/layout/hProcess4"/>
    <dgm:cxn modelId="{B4C2015A-3E27-4822-AFDD-CB4131CA6FDC}" type="presOf" srcId="{428AB112-F44A-4DBD-9A72-307227A48835}" destId="{686EF4F2-C186-45B2-85A0-F6687D978556}" srcOrd="0" destOrd="2" presId="urn:microsoft.com/office/officeart/2005/8/layout/hProcess4"/>
    <dgm:cxn modelId="{E402FD5A-86DA-4AA4-BB63-19D2FC1A9CFA}" type="presOf" srcId="{3679B97A-32D2-4172-BEF9-560A1496BE56}" destId="{686EF4F2-C186-45B2-85A0-F6687D978556}" srcOrd="0" destOrd="3" presId="urn:microsoft.com/office/officeart/2005/8/layout/hProcess4"/>
    <dgm:cxn modelId="{8BC42789-7A8C-4F3C-9F4C-2F71DA98F207}" srcId="{5489487A-AE09-4C57-A8FE-3C88CD528A51}" destId="{18DC73F0-EDC3-4451-98EA-91C847F5E375}" srcOrd="1" destOrd="0" parTransId="{49516162-687F-4DFA-BEBA-7A284363F675}" sibTransId="{60465BCF-9C95-4637-8D4C-5290976EB2A0}"/>
    <dgm:cxn modelId="{2A4DB68A-A8F5-4013-BA1D-CB9791661462}" type="presOf" srcId="{1BCB95D6-B1A4-439C-9AD1-CE00E32D68AA}" destId="{94FE265A-D377-4872-8AAD-6D9586E0C18A}" srcOrd="0" destOrd="0" presId="urn:microsoft.com/office/officeart/2005/8/layout/hProcess4"/>
    <dgm:cxn modelId="{46FA7699-0760-422D-95EC-7D257C462A6A}" srcId="{99D1A08B-05C7-4294-99DD-7BE56AF469A8}" destId="{5C407219-177A-43EE-B67E-B6E75271BA5B}" srcOrd="0" destOrd="0" parTransId="{78EA6105-D13A-4F17-AB97-952ED6E1056F}" sibTransId="{8E1FD376-005E-46DD-AB7C-3AD5F0C68AF6}"/>
    <dgm:cxn modelId="{A778DC99-B49C-4DDC-91A4-BC2F4970DD00}" srcId="{99D1A08B-05C7-4294-99DD-7BE56AF469A8}" destId="{5489487A-AE09-4C57-A8FE-3C88CD528A51}" srcOrd="1" destOrd="0" parTransId="{3491C758-4628-4476-8033-6CEC21F5D7B6}" sibTransId="{A5277286-5511-4E9A-9AF8-737B622E3223}"/>
    <dgm:cxn modelId="{8589B7AB-6823-4989-8C6C-DD6B72F4F6E1}" type="presOf" srcId="{5489487A-AE09-4C57-A8FE-3C88CD528A51}" destId="{57A9CED2-870E-4BB2-8BB0-97EB3CDBF401}" srcOrd="0" destOrd="0" presId="urn:microsoft.com/office/officeart/2005/8/layout/hProcess4"/>
    <dgm:cxn modelId="{EE041FAD-318D-41BF-A178-1F05CAEA8438}" type="presOf" srcId="{EB9EEFA8-E354-4F52-BA0E-F1E23DACFF23}" destId="{686EF4F2-C186-45B2-85A0-F6687D978556}" srcOrd="0" destOrd="1" presId="urn:microsoft.com/office/officeart/2005/8/layout/hProcess4"/>
    <dgm:cxn modelId="{680D46B5-D7AA-4A7A-9B62-35116464C916}" type="presOf" srcId="{5DA50F34-C831-4850-8B63-CE799FF6C0D5}" destId="{C4D9AE61-43FF-44EC-9E2D-7446ED243914}" srcOrd="0" destOrd="0" presId="urn:microsoft.com/office/officeart/2005/8/layout/hProcess4"/>
    <dgm:cxn modelId="{D4C2C2BA-4EF0-4E8C-8B23-D309E73EFFAB}" srcId="{5DA50F34-C831-4850-8B63-CE799FF6C0D5}" destId="{8111E655-AA73-4919-8D88-D2AFAC6203BA}" srcOrd="0" destOrd="0" parTransId="{1D01C444-95C3-40B7-A96E-5D3C98D5EFB1}" sibTransId="{734582F4-7C5B-4397-B295-2E2F146BB4BE}"/>
    <dgm:cxn modelId="{E0FBC2CB-959A-4226-9ACB-4CB07C4E9F88}" srcId="{5C407219-177A-43EE-B67E-B6E75271BA5B}" destId="{97225384-B3A3-4246-BB0C-554A34D4B7EE}" srcOrd="0" destOrd="0" parTransId="{2032F91E-C142-4D3C-947C-7455714058C6}" sibTransId="{6E3C3B18-981D-4F6C-AB72-2F298617B885}"/>
    <dgm:cxn modelId="{2FD1C1D0-5F39-44A4-B0CC-E3EB141EBCCB}" type="presOf" srcId="{97225384-B3A3-4246-BB0C-554A34D4B7EE}" destId="{30DD4CDA-4812-46C7-BA95-FF21DAD772D9}" srcOrd="0" destOrd="0" presId="urn:microsoft.com/office/officeart/2005/8/layout/hProcess4"/>
    <dgm:cxn modelId="{8B4A27D9-7DF5-407D-9FE0-9F9C17CD667A}" srcId="{99D1A08B-05C7-4294-99DD-7BE56AF469A8}" destId="{1BCB95D6-B1A4-439C-9AD1-CE00E32D68AA}" srcOrd="2" destOrd="0" parTransId="{565DC6A8-BFE9-4A7B-9AAF-B0195AFAE88E}" sibTransId="{0C420126-164A-4514-A51E-AB2C4502F253}"/>
    <dgm:cxn modelId="{5B3F16EF-AC5B-440F-8E59-25BAE29FFE54}" type="presOf" srcId="{269C76F2-6A3F-4463-A37D-34DF9557723A}" destId="{30DD4CDA-4812-46C7-BA95-FF21DAD772D9}" srcOrd="0" destOrd="1" presId="urn:microsoft.com/office/officeart/2005/8/layout/hProcess4"/>
    <dgm:cxn modelId="{F10086F6-2B83-44CF-93ED-1F8A2C82CF12}" type="presOf" srcId="{DCFD0921-E245-4A02-B3A7-0E9B55127B04}" destId="{21C25EF7-5122-4CB4-922C-C536D59390E7}" srcOrd="1" destOrd="2" presId="urn:microsoft.com/office/officeart/2005/8/layout/hProcess4"/>
    <dgm:cxn modelId="{4B33FAF7-D5A5-4826-B602-E6AE618B2650}" type="presOf" srcId="{18DC73F0-EDC3-4451-98EA-91C847F5E375}" destId="{D9BDC29B-7D63-4495-A3B2-7C07F9B8C330}" srcOrd="0" destOrd="1" presId="urn:microsoft.com/office/officeart/2005/8/layout/hProcess4"/>
    <dgm:cxn modelId="{A16A5AFB-4236-4673-9CB5-BE389EB3EF8C}" srcId="{EB9EEFA8-E354-4F52-BA0E-F1E23DACFF23}" destId="{3679B97A-32D2-4172-BEF9-560A1496BE56}" srcOrd="1" destOrd="0" parTransId="{B180FB7C-C893-47CE-AC8C-F0A6527F33DC}" sibTransId="{0D2383D4-47E1-4D36-90BF-8D7B53F07E5B}"/>
    <dgm:cxn modelId="{1E13F9FB-220A-448A-8179-D4B3A4973A41}" type="presOf" srcId="{DCFD0921-E245-4A02-B3A7-0E9B55127B04}" destId="{30DD4CDA-4812-46C7-BA95-FF21DAD772D9}" srcOrd="0" destOrd="2" presId="urn:microsoft.com/office/officeart/2005/8/layout/hProcess4"/>
    <dgm:cxn modelId="{173BCDFC-1277-40BA-BD6B-344D8C682E92}" type="presOf" srcId="{EB9EEFA8-E354-4F52-BA0E-F1E23DACFF23}" destId="{22FAA828-71BC-4F47-855C-19152EC671EC}" srcOrd="1" destOrd="1" presId="urn:microsoft.com/office/officeart/2005/8/layout/hProcess4"/>
    <dgm:cxn modelId="{823F82FE-5345-496E-965A-8D2A66E30149}" type="presOf" srcId="{269C76F2-6A3F-4463-A37D-34DF9557723A}" destId="{21C25EF7-5122-4CB4-922C-C536D59390E7}" srcOrd="1" destOrd="1" presId="urn:microsoft.com/office/officeart/2005/8/layout/hProcess4"/>
    <dgm:cxn modelId="{868EC685-D5D7-444D-89C5-13F64F183C9F}" type="presParOf" srcId="{1641139E-5806-4ED1-AA40-CDBBD9ABB873}" destId="{A69DC343-962C-4193-B759-C426D90ADEBE}" srcOrd="0" destOrd="0" presId="urn:microsoft.com/office/officeart/2005/8/layout/hProcess4"/>
    <dgm:cxn modelId="{1D10B392-4277-486F-AB90-8A3420E1DE74}" type="presParOf" srcId="{1641139E-5806-4ED1-AA40-CDBBD9ABB873}" destId="{D44F98B8-7C0E-44E6-B339-45D9858C4485}" srcOrd="1" destOrd="0" presId="urn:microsoft.com/office/officeart/2005/8/layout/hProcess4"/>
    <dgm:cxn modelId="{8B76E9A5-6F1E-4C8C-82BF-ECCC8C5C15E0}" type="presParOf" srcId="{1641139E-5806-4ED1-AA40-CDBBD9ABB873}" destId="{D414F4B2-7830-4056-8693-7152B494301A}" srcOrd="2" destOrd="0" presId="urn:microsoft.com/office/officeart/2005/8/layout/hProcess4"/>
    <dgm:cxn modelId="{6484AFA7-8DC6-495D-8242-9DD0439C76B9}" type="presParOf" srcId="{D414F4B2-7830-4056-8693-7152B494301A}" destId="{31228088-885C-49E3-AE4E-7F1B0118071C}" srcOrd="0" destOrd="0" presId="urn:microsoft.com/office/officeart/2005/8/layout/hProcess4"/>
    <dgm:cxn modelId="{F2E60E5F-8F6C-4E87-9E82-C801329E65FF}" type="presParOf" srcId="{31228088-885C-49E3-AE4E-7F1B0118071C}" destId="{FCC3BD23-997E-4674-8B26-CC365D097590}" srcOrd="0" destOrd="0" presId="urn:microsoft.com/office/officeart/2005/8/layout/hProcess4"/>
    <dgm:cxn modelId="{B2680729-65C5-49AA-953C-C2B390DB0607}" type="presParOf" srcId="{31228088-885C-49E3-AE4E-7F1B0118071C}" destId="{30DD4CDA-4812-46C7-BA95-FF21DAD772D9}" srcOrd="1" destOrd="0" presId="urn:microsoft.com/office/officeart/2005/8/layout/hProcess4"/>
    <dgm:cxn modelId="{C89937A3-E3D0-41E1-B6E0-D64ADEA7C4D4}" type="presParOf" srcId="{31228088-885C-49E3-AE4E-7F1B0118071C}" destId="{21C25EF7-5122-4CB4-922C-C536D59390E7}" srcOrd="2" destOrd="0" presId="urn:microsoft.com/office/officeart/2005/8/layout/hProcess4"/>
    <dgm:cxn modelId="{C6DE746F-5EA4-4A57-BDA5-3B68A59F2A80}" type="presParOf" srcId="{31228088-885C-49E3-AE4E-7F1B0118071C}" destId="{22CBB4AF-36EB-417C-B703-FAF0662ACF49}" srcOrd="3" destOrd="0" presId="urn:microsoft.com/office/officeart/2005/8/layout/hProcess4"/>
    <dgm:cxn modelId="{840EF5FC-C947-4712-BDB8-67DCF9F4EFD4}" type="presParOf" srcId="{31228088-885C-49E3-AE4E-7F1B0118071C}" destId="{CD953644-E5C6-4A75-8B8E-A06C97C3F536}" srcOrd="4" destOrd="0" presId="urn:microsoft.com/office/officeart/2005/8/layout/hProcess4"/>
    <dgm:cxn modelId="{46355112-69E3-4666-89F1-1090E9564E88}" type="presParOf" srcId="{D414F4B2-7830-4056-8693-7152B494301A}" destId="{464DE029-02A1-4763-8666-F53A13C6FAAD}" srcOrd="1" destOrd="0" presId="urn:microsoft.com/office/officeart/2005/8/layout/hProcess4"/>
    <dgm:cxn modelId="{7764998B-92B0-428C-99FC-2B9BBB6C85B5}" type="presParOf" srcId="{D414F4B2-7830-4056-8693-7152B494301A}" destId="{AFDFC40E-DDD3-4BC8-8BEB-A1A8244FD812}" srcOrd="2" destOrd="0" presId="urn:microsoft.com/office/officeart/2005/8/layout/hProcess4"/>
    <dgm:cxn modelId="{8071F2CA-3430-428B-A83B-C7333389DC8D}" type="presParOf" srcId="{AFDFC40E-DDD3-4BC8-8BEB-A1A8244FD812}" destId="{3D3FE732-BEE4-4789-B501-EFE8520C98A6}" srcOrd="0" destOrd="0" presId="urn:microsoft.com/office/officeart/2005/8/layout/hProcess4"/>
    <dgm:cxn modelId="{8DE57368-5989-4A99-B116-BE07676BA4CE}" type="presParOf" srcId="{AFDFC40E-DDD3-4BC8-8BEB-A1A8244FD812}" destId="{D9BDC29B-7D63-4495-A3B2-7C07F9B8C330}" srcOrd="1" destOrd="0" presId="urn:microsoft.com/office/officeart/2005/8/layout/hProcess4"/>
    <dgm:cxn modelId="{3C7E37CD-5A38-4A43-B6DC-219012EC2D82}" type="presParOf" srcId="{AFDFC40E-DDD3-4BC8-8BEB-A1A8244FD812}" destId="{3A5BFE43-F020-43A7-BFCC-87B32E6976A9}" srcOrd="2" destOrd="0" presId="urn:microsoft.com/office/officeart/2005/8/layout/hProcess4"/>
    <dgm:cxn modelId="{DCD055DB-A0B8-49B5-8E0B-6F67F1DA1339}" type="presParOf" srcId="{AFDFC40E-DDD3-4BC8-8BEB-A1A8244FD812}" destId="{57A9CED2-870E-4BB2-8BB0-97EB3CDBF401}" srcOrd="3" destOrd="0" presId="urn:microsoft.com/office/officeart/2005/8/layout/hProcess4"/>
    <dgm:cxn modelId="{C6B7BA88-7E61-4407-BF9F-E01006E93A57}" type="presParOf" srcId="{AFDFC40E-DDD3-4BC8-8BEB-A1A8244FD812}" destId="{9A6587D4-7582-4D83-A90E-1B1B29100CB4}" srcOrd="4" destOrd="0" presId="urn:microsoft.com/office/officeart/2005/8/layout/hProcess4"/>
    <dgm:cxn modelId="{72695B40-C40F-4D8E-AFA0-2FEBF87B179D}" type="presParOf" srcId="{D414F4B2-7830-4056-8693-7152B494301A}" destId="{1C299799-9D54-457B-A3C7-0FB93A410866}" srcOrd="3" destOrd="0" presId="urn:microsoft.com/office/officeart/2005/8/layout/hProcess4"/>
    <dgm:cxn modelId="{B07C2893-6AE9-4493-B502-8C87EB7E097F}" type="presParOf" srcId="{D414F4B2-7830-4056-8693-7152B494301A}" destId="{64364D03-C473-454F-AF21-95C000F5F884}" srcOrd="4" destOrd="0" presId="urn:microsoft.com/office/officeart/2005/8/layout/hProcess4"/>
    <dgm:cxn modelId="{B2B8AF69-7887-4ABC-B586-557C62451496}" type="presParOf" srcId="{64364D03-C473-454F-AF21-95C000F5F884}" destId="{44F76157-1425-47BB-9E5D-B9F240E12A0A}" srcOrd="0" destOrd="0" presId="urn:microsoft.com/office/officeart/2005/8/layout/hProcess4"/>
    <dgm:cxn modelId="{75013056-5681-4951-8F5F-75A39543F466}" type="presParOf" srcId="{64364D03-C473-454F-AF21-95C000F5F884}" destId="{686EF4F2-C186-45B2-85A0-F6687D978556}" srcOrd="1" destOrd="0" presId="urn:microsoft.com/office/officeart/2005/8/layout/hProcess4"/>
    <dgm:cxn modelId="{A985696B-6300-40F9-AEDF-0FA5046B4F5D}" type="presParOf" srcId="{64364D03-C473-454F-AF21-95C000F5F884}" destId="{22FAA828-71BC-4F47-855C-19152EC671EC}" srcOrd="2" destOrd="0" presId="urn:microsoft.com/office/officeart/2005/8/layout/hProcess4"/>
    <dgm:cxn modelId="{AC328C89-0436-4032-A154-250E0CAD91E4}" type="presParOf" srcId="{64364D03-C473-454F-AF21-95C000F5F884}" destId="{94FE265A-D377-4872-8AAD-6D9586E0C18A}" srcOrd="3" destOrd="0" presId="urn:microsoft.com/office/officeart/2005/8/layout/hProcess4"/>
    <dgm:cxn modelId="{69A2CD07-030E-41AC-AF4B-980188515A39}" type="presParOf" srcId="{64364D03-C473-454F-AF21-95C000F5F884}" destId="{B6B4BA71-2269-473A-9B34-EE3A92EF3F26}" srcOrd="4" destOrd="0" presId="urn:microsoft.com/office/officeart/2005/8/layout/hProcess4"/>
    <dgm:cxn modelId="{7CCD34AB-813D-4C41-8F6C-AF4294376AA8}" type="presParOf" srcId="{D414F4B2-7830-4056-8693-7152B494301A}" destId="{74F3F80A-8B0F-4F29-B321-AD28639C9105}" srcOrd="5" destOrd="0" presId="urn:microsoft.com/office/officeart/2005/8/layout/hProcess4"/>
    <dgm:cxn modelId="{5E906BC3-28C0-467D-B483-43C158B8EF07}" type="presParOf" srcId="{D414F4B2-7830-4056-8693-7152B494301A}" destId="{EA78CE16-E317-4FEA-996D-E0EE0A893B5C}" srcOrd="6" destOrd="0" presId="urn:microsoft.com/office/officeart/2005/8/layout/hProcess4"/>
    <dgm:cxn modelId="{FAEF8719-B83A-428A-886D-0F5DC26E5929}" type="presParOf" srcId="{EA78CE16-E317-4FEA-996D-E0EE0A893B5C}" destId="{60BAA0C7-18DD-413F-B007-B92B7FACDBD8}" srcOrd="0" destOrd="0" presId="urn:microsoft.com/office/officeart/2005/8/layout/hProcess4"/>
    <dgm:cxn modelId="{0837C6E1-A9B4-496C-9C14-3287438F8F61}" type="presParOf" srcId="{EA78CE16-E317-4FEA-996D-E0EE0A893B5C}" destId="{DE4AC59B-B8E8-4AE0-82DC-3BD6B4ADF27A}" srcOrd="1" destOrd="0" presId="urn:microsoft.com/office/officeart/2005/8/layout/hProcess4"/>
    <dgm:cxn modelId="{78CCDABC-5B6F-417A-8408-6379AA8A9341}" type="presParOf" srcId="{EA78CE16-E317-4FEA-996D-E0EE0A893B5C}" destId="{3C445FF9-93F1-4683-A6D2-EC9DB43AA93D}" srcOrd="2" destOrd="0" presId="urn:microsoft.com/office/officeart/2005/8/layout/hProcess4"/>
    <dgm:cxn modelId="{A73D4E6C-3615-4D7E-8C81-9F9C2170771C}" type="presParOf" srcId="{EA78CE16-E317-4FEA-996D-E0EE0A893B5C}" destId="{C4D9AE61-43FF-44EC-9E2D-7446ED243914}" srcOrd="3" destOrd="0" presId="urn:microsoft.com/office/officeart/2005/8/layout/hProcess4"/>
    <dgm:cxn modelId="{82E58ECF-A263-4E52-981B-7A8BB5397FF7}" type="presParOf" srcId="{EA78CE16-E317-4FEA-996D-E0EE0A893B5C}" destId="{B20B26B3-AC24-4A72-B831-B92A331552E8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695D7F-B7A8-4362-BD48-F172F9EDBCB0}">
      <dsp:nvSpPr>
        <dsp:cNvPr id="0" name=""/>
        <dsp:cNvSpPr/>
      </dsp:nvSpPr>
      <dsp:spPr>
        <a:xfrm>
          <a:off x="0" y="3312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A72B8-23FE-456B-83A4-65EB32792DF2}">
      <dsp:nvSpPr>
        <dsp:cNvPr id="0" name=""/>
        <dsp:cNvSpPr/>
      </dsp:nvSpPr>
      <dsp:spPr>
        <a:xfrm>
          <a:off x="0" y="3312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Representing agricultural uses.</a:t>
          </a:r>
        </a:p>
      </dsp:txBody>
      <dsp:txXfrm>
        <a:off x="0" y="3312"/>
        <a:ext cx="6830568" cy="1129491"/>
      </dsp:txXfrm>
    </dsp:sp>
    <dsp:sp modelId="{A74DBBE5-9DB1-4282-BF8B-E1DBFBA5D6F3}">
      <dsp:nvSpPr>
        <dsp:cNvPr id="0" name=""/>
        <dsp:cNvSpPr/>
      </dsp:nvSpPr>
      <dsp:spPr>
        <a:xfrm>
          <a:off x="0" y="1132803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5CFE53-3071-4FC3-B72D-3B7179862BBE}">
      <dsp:nvSpPr>
        <dsp:cNvPr id="0" name=""/>
        <dsp:cNvSpPr/>
      </dsp:nvSpPr>
      <dsp:spPr>
        <a:xfrm>
          <a:off x="0" y="1132803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All depletions occur in summer. Winter depletions are negligible.</a:t>
          </a:r>
        </a:p>
      </dsp:txBody>
      <dsp:txXfrm>
        <a:off x="0" y="1132803"/>
        <a:ext cx="6830568" cy="1129491"/>
      </dsp:txXfrm>
    </dsp:sp>
    <dsp:sp modelId="{10E447A5-A5C0-4950-844D-36CB1EA1F46A}">
      <dsp:nvSpPr>
        <dsp:cNvPr id="0" name=""/>
        <dsp:cNvSpPr/>
      </dsp:nvSpPr>
      <dsp:spPr>
        <a:xfrm>
          <a:off x="0" y="2262294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3DD15E-E519-4F47-810D-63ABF17274ED}">
      <dsp:nvSpPr>
        <dsp:cNvPr id="0" name=""/>
        <dsp:cNvSpPr/>
      </dsp:nvSpPr>
      <dsp:spPr>
        <a:xfrm>
          <a:off x="0" y="2262294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Historical water use = proxy to allowable use.</a:t>
          </a:r>
        </a:p>
      </dsp:txBody>
      <dsp:txXfrm>
        <a:off x="0" y="2262294"/>
        <a:ext cx="6830568" cy="1129491"/>
      </dsp:txXfrm>
    </dsp:sp>
    <dsp:sp modelId="{69B05D12-A7FC-4844-A690-BC519BD3DA19}">
      <dsp:nvSpPr>
        <dsp:cNvPr id="0" name=""/>
        <dsp:cNvSpPr/>
      </dsp:nvSpPr>
      <dsp:spPr>
        <a:xfrm>
          <a:off x="0" y="3391786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76807D-9E6B-4085-BDD6-C4797F7A1F7C}">
      <dsp:nvSpPr>
        <dsp:cNvPr id="0" name=""/>
        <dsp:cNvSpPr/>
      </dsp:nvSpPr>
      <dsp:spPr>
        <a:xfrm>
          <a:off x="0" y="3391786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consume, conserve or sell water.</a:t>
          </a:r>
        </a:p>
      </dsp:txBody>
      <dsp:txXfrm>
        <a:off x="0" y="3391786"/>
        <a:ext cx="6830568" cy="1129491"/>
      </dsp:txXfrm>
    </dsp:sp>
    <dsp:sp modelId="{3B1D3364-CA82-40D6-BACF-938BBEA3A3BA}">
      <dsp:nvSpPr>
        <dsp:cNvPr id="0" name=""/>
        <dsp:cNvSpPr/>
      </dsp:nvSpPr>
      <dsp:spPr>
        <a:xfrm>
          <a:off x="0" y="4521277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D717-6298-464B-B557-85C55205FEAD}">
      <dsp:nvSpPr>
        <dsp:cNvPr id="0" name=""/>
        <dsp:cNvSpPr/>
      </dsp:nvSpPr>
      <dsp:spPr>
        <a:xfrm>
          <a:off x="0" y="4521277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only trade water with the bank.</a:t>
          </a:r>
        </a:p>
      </dsp:txBody>
      <dsp:txXfrm>
        <a:off x="0" y="4521277"/>
        <a:ext cx="6830568" cy="1129491"/>
      </dsp:txXfrm>
    </dsp:sp>
    <dsp:sp modelId="{21707B7D-404C-4EC1-B2FE-C4D3BDDFDE7E}">
      <dsp:nvSpPr>
        <dsp:cNvPr id="0" name=""/>
        <dsp:cNvSpPr/>
      </dsp:nvSpPr>
      <dsp:spPr>
        <a:xfrm>
          <a:off x="0" y="5650768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8522B-9ADF-4990-8510-2302BF1945E9}">
      <dsp:nvSpPr>
        <dsp:cNvPr id="0" name=""/>
        <dsp:cNvSpPr/>
      </dsp:nvSpPr>
      <dsp:spPr>
        <a:xfrm>
          <a:off x="0" y="5650768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One bank, two storage systems</a:t>
          </a:r>
        </a:p>
      </dsp:txBody>
      <dsp:txXfrm>
        <a:off x="0" y="5650768"/>
        <a:ext cx="6830568" cy="11294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D4CDA-4812-46C7-BA95-FF21DAD772D9}">
      <dsp:nvSpPr>
        <dsp:cNvPr id="0" name=""/>
        <dsp:cNvSpPr/>
      </dsp:nvSpPr>
      <dsp:spPr>
        <a:xfrm>
          <a:off x="9648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Specify Bear Lake Level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from Natural Flow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Winter (Oct-Mar)  Natural Flows</a:t>
          </a:r>
        </a:p>
      </dsp:txBody>
      <dsp:txXfrm>
        <a:off x="56168" y="2741495"/>
        <a:ext cx="2357887" cy="1495283"/>
      </dsp:txXfrm>
    </dsp:sp>
    <dsp:sp modelId="{464DE029-02A1-4763-8666-F53A13C6FAAD}">
      <dsp:nvSpPr>
        <dsp:cNvPr id="0" name=""/>
        <dsp:cNvSpPr/>
      </dsp:nvSpPr>
      <dsp:spPr>
        <a:xfrm>
          <a:off x="1389830" y="3290574"/>
          <a:ext cx="2584390" cy="2584390"/>
        </a:xfrm>
        <a:prstGeom prst="leftCircularArrow">
          <a:avLst>
            <a:gd name="adj1" fmla="val 2693"/>
            <a:gd name="adj2" fmla="val 327803"/>
            <a:gd name="adj3" fmla="val 1993841"/>
            <a:gd name="adj4" fmla="val 8915017"/>
            <a:gd name="adj5" fmla="val 31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BB4AF-36EB-417C-B703-FAF0662ACF49}">
      <dsp:nvSpPr>
        <dsp:cNvPr id="0" name=""/>
        <dsp:cNvSpPr/>
      </dsp:nvSpPr>
      <dsp:spPr>
        <a:xfrm>
          <a:off x="554299" y="435067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October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579674" y="4376050"/>
        <a:ext cx="2127852" cy="815608"/>
      </dsp:txXfrm>
    </dsp:sp>
    <dsp:sp modelId="{D9BDC29B-7D63-4495-A3B2-7C07F9B8C330}">
      <dsp:nvSpPr>
        <dsp:cNvPr id="0" name=""/>
        <dsp:cNvSpPr/>
      </dsp:nvSpPr>
      <dsp:spPr>
        <a:xfrm>
          <a:off x="3064282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Potential Target Elevation for Bear Lake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Summer (Apr-Sep) Natural Flows</a:t>
          </a:r>
        </a:p>
      </dsp:txBody>
      <dsp:txXfrm>
        <a:off x="3110802" y="3174674"/>
        <a:ext cx="2357887" cy="1495283"/>
      </dsp:txXfrm>
    </dsp:sp>
    <dsp:sp modelId="{1C299799-9D54-457B-A3C7-0FB93A410866}">
      <dsp:nvSpPr>
        <dsp:cNvPr id="0" name=""/>
        <dsp:cNvSpPr/>
      </dsp:nvSpPr>
      <dsp:spPr>
        <a:xfrm>
          <a:off x="4443787" y="1491532"/>
          <a:ext cx="2896330" cy="2896330"/>
        </a:xfrm>
        <a:prstGeom prst="circularArrow">
          <a:avLst>
            <a:gd name="adj1" fmla="val 2403"/>
            <a:gd name="adj2" fmla="val 290535"/>
            <a:gd name="adj3" fmla="val 19533954"/>
            <a:gd name="adj4" fmla="val 12575511"/>
            <a:gd name="adj5" fmla="val 280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9CED2-870E-4BB2-8BB0-97EB3CDBF401}">
      <dsp:nvSpPr>
        <dsp:cNvPr id="0" name=""/>
        <dsp:cNvSpPr/>
      </dsp:nvSpPr>
      <dsp:spPr>
        <a:xfrm>
          <a:off x="3608933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April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3634308" y="2287170"/>
        <a:ext cx="2127852" cy="815608"/>
      </dsp:txXfrm>
    </dsp:sp>
    <dsp:sp modelId="{686EF4F2-C186-45B2-85A0-F6687D978556}">
      <dsp:nvSpPr>
        <dsp:cNvPr id="0" name=""/>
        <dsp:cNvSpPr/>
      </dsp:nvSpPr>
      <dsp:spPr>
        <a:xfrm>
          <a:off x="6118916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Available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>
              <a:solidFill>
                <a:srgbClr val="3333FF"/>
              </a:solidFill>
            </a:rPr>
            <a:t>Decide Consumption</a:t>
          </a:r>
          <a:endParaRPr lang="en-US" sz="1600" b="1" kern="1200" dirty="0">
            <a:solidFill>
              <a:srgbClr val="3333FF"/>
            </a:solidFill>
          </a:endParaRP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Sell or Conserve remaining water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Negotiate Price</a:t>
          </a:r>
        </a:p>
      </dsp:txBody>
      <dsp:txXfrm>
        <a:off x="6165436" y="2741495"/>
        <a:ext cx="2357887" cy="1495283"/>
      </dsp:txXfrm>
    </dsp:sp>
    <dsp:sp modelId="{74F3F80A-8B0F-4F29-B321-AD28639C9105}">
      <dsp:nvSpPr>
        <dsp:cNvPr id="0" name=""/>
        <dsp:cNvSpPr/>
      </dsp:nvSpPr>
      <dsp:spPr>
        <a:xfrm>
          <a:off x="7518845" y="3257502"/>
          <a:ext cx="2583156" cy="2583156"/>
        </a:xfrm>
        <a:prstGeom prst="leftCircularArrow">
          <a:avLst>
            <a:gd name="adj1" fmla="val 2694"/>
            <a:gd name="adj2" fmla="val 327969"/>
            <a:gd name="adj3" fmla="val 2103480"/>
            <a:gd name="adj4" fmla="val 9024489"/>
            <a:gd name="adj5" fmla="val 314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FE265A-D377-4872-8AAD-6D9586E0C18A}">
      <dsp:nvSpPr>
        <dsp:cNvPr id="0" name=""/>
        <dsp:cNvSpPr/>
      </dsp:nvSpPr>
      <dsp:spPr>
        <a:xfrm>
          <a:off x="6663566" y="4283298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Summer</a:t>
          </a:r>
        </a:p>
      </dsp:txBody>
      <dsp:txXfrm>
        <a:off x="6688941" y="4308673"/>
        <a:ext cx="2127852" cy="815608"/>
      </dsp:txXfrm>
    </dsp:sp>
    <dsp:sp modelId="{DE4AC59B-B8E8-4AE0-82DC-3BD6B4ADF27A}">
      <dsp:nvSpPr>
        <dsp:cNvPr id="0" name=""/>
        <dsp:cNvSpPr/>
      </dsp:nvSpPr>
      <dsp:spPr>
        <a:xfrm>
          <a:off x="9173550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00B050"/>
              </a:solidFill>
            </a:rPr>
            <a:t>Bank storage in Bear Lake</a:t>
          </a:r>
          <a:endParaRPr lang="en-US" sz="1800" b="1" kern="1200" dirty="0">
            <a:solidFill>
              <a:srgbClr val="00B050"/>
            </a:solidFill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3333FF"/>
              </a:solidFill>
            </a:rPr>
            <a:t>Deliver to GSL from bank storage </a:t>
          </a:r>
          <a:endParaRPr lang="en-US" sz="1800" b="1" kern="1200" dirty="0">
            <a:solidFill>
              <a:srgbClr val="3333FF"/>
            </a:solidFill>
          </a:endParaRPr>
        </a:p>
      </dsp:txBody>
      <dsp:txXfrm>
        <a:off x="9220070" y="3174674"/>
        <a:ext cx="2357887" cy="1495283"/>
      </dsp:txXfrm>
    </dsp:sp>
    <dsp:sp modelId="{C4D9AE61-43FF-44EC-9E2D-7446ED243914}">
      <dsp:nvSpPr>
        <dsp:cNvPr id="0" name=""/>
        <dsp:cNvSpPr/>
      </dsp:nvSpPr>
      <dsp:spPr>
        <a:xfrm>
          <a:off x="9718200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End of Summer</a:t>
          </a:r>
        </a:p>
      </dsp:txBody>
      <dsp:txXfrm>
        <a:off x="9743575" y="2287170"/>
        <a:ext cx="2127852" cy="8156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8EC5D3-468C-424F-B52A-7AEC4637D8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67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435" y="921715"/>
            <a:ext cx="5566207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Tri State Water Bank to Get More Water to GSL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Model Guide</a:t>
            </a:r>
          </a:p>
        </p:txBody>
      </p:sp>
      <p:pic>
        <p:nvPicPr>
          <p:cNvPr id="6" name="Picture 5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DB227495-A140-F9B9-9EB3-2A6E168FE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077" y="463404"/>
            <a:ext cx="4664682" cy="5553193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1C4B3-9A9B-ACA7-FD33-EA866B5A3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782" y="762000"/>
            <a:ext cx="5637618" cy="140159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000" dirty="0"/>
              <a:t>A Tri-State Water Bank to Get More Water to the GSL</a:t>
            </a:r>
          </a:p>
        </p:txBody>
      </p:sp>
      <p:pic>
        <p:nvPicPr>
          <p:cNvPr id="18" name="Figure">
            <a:extLst>
              <a:ext uri="{FF2B5EF4-FFF2-40B4-BE49-F238E27FC236}">
                <a16:creationId xmlns:a16="http://schemas.microsoft.com/office/drawing/2014/main" id="{E9E2FD9A-CEC4-149A-7AA0-B9A9435CC6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037563" y="73644"/>
            <a:ext cx="4918846" cy="671071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4" name="Picture 3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24E79CC9-78C3-BC1B-D785-D9BBED373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773" y="2581835"/>
            <a:ext cx="3145591" cy="3745496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80586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260019"/>
            <a:ext cx="11167447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135AE4-D2DF-F18B-908D-5801E817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29" y="507160"/>
            <a:ext cx="3266995" cy="5438730"/>
          </a:xfrm>
        </p:spPr>
        <p:txBody>
          <a:bodyPr>
            <a:normAutofit/>
          </a:bodyPr>
          <a:lstStyle/>
          <a:p>
            <a:r>
              <a:rPr lang="en-US" dirty="0"/>
              <a:t>Key Assumptions and Ideas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287448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2573471"/>
              </p:ext>
            </p:extLst>
          </p:nvPr>
        </p:nvGraphicFramePr>
        <p:xfrm>
          <a:off x="4526280" y="74428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60897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4291571-4CDA-E81A-0F83-C214C34B5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7488444"/>
              </p:ext>
            </p:extLst>
          </p:nvPr>
        </p:nvGraphicFramePr>
        <p:xfrm>
          <a:off x="142773" y="524104"/>
          <a:ext cx="11906452" cy="7411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FC7B2A-B870-FA58-8FAD-CE5871DD6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71888"/>
              </p:ext>
            </p:extLst>
          </p:nvPr>
        </p:nvGraphicFramePr>
        <p:xfrm>
          <a:off x="314645" y="979623"/>
          <a:ext cx="2222367" cy="73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367">
                  <a:extLst>
                    <a:ext uri="{9D8B030D-6E8A-4147-A177-3AD203B41FA5}">
                      <a16:colId xmlns:a16="http://schemas.microsoft.com/office/drawing/2014/main" val="419452389"/>
                    </a:ext>
                  </a:extLst>
                </a:gridCol>
              </a:tblGrid>
              <a:tr h="2781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333FF"/>
                          </a:solidFill>
                        </a:rPr>
                        <a:t>User Decision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230182"/>
                  </a:ext>
                </a:extLst>
              </a:tr>
              <a:tr h="369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Model Calculation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78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D8920C-1BE0-6C78-0B56-8C42D019CBDB}"/>
              </a:ext>
            </a:extLst>
          </p:cNvPr>
          <p:cNvSpPr txBox="1"/>
          <p:nvPr/>
        </p:nvSpPr>
        <p:spPr>
          <a:xfrm>
            <a:off x="4685998" y="0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Model Setup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E30CC-C1C9-3E29-580D-AD3C7B2F6C14}"/>
              </a:ext>
            </a:extLst>
          </p:cNvPr>
          <p:cNvSpPr txBox="1"/>
          <p:nvPr/>
        </p:nvSpPr>
        <p:spPr>
          <a:xfrm>
            <a:off x="4458001" y="10856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b="1" dirty="0">
                <a:solidFill>
                  <a:srgbClr val="3333FF"/>
                </a:solidFill>
              </a:rPr>
              <a:t>1- Define Strategy for Assigned User</a:t>
            </a:r>
          </a:p>
        </p:txBody>
      </p:sp>
    </p:spTree>
    <p:extLst>
      <p:ext uri="{BB962C8B-B14F-4D97-AF65-F5344CB8AC3E}">
        <p14:creationId xmlns:p14="http://schemas.microsoft.com/office/powerpoint/2010/main" val="339788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97B9-32DC-1DA8-48FB-77181BAF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CD099-FD1D-A9E1-17F7-A5EC85BB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658" y="2183747"/>
            <a:ext cx="5627184" cy="28532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4416FE0-0F99-AABE-B94A-DFB9232898A5}"/>
              </a:ext>
            </a:extLst>
          </p:cNvPr>
          <p:cNvSpPr/>
          <p:nvPr/>
        </p:nvSpPr>
        <p:spPr>
          <a:xfrm>
            <a:off x="5593976" y="2581837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8C039E-4B72-D823-6332-3B3D9121B1D9}"/>
              </a:ext>
            </a:extLst>
          </p:cNvPr>
          <p:cNvSpPr/>
          <p:nvPr/>
        </p:nvSpPr>
        <p:spPr>
          <a:xfrm>
            <a:off x="5360893" y="3845860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88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</TotalTime>
  <Words>149</Words>
  <Application>Microsoft Office PowerPoint</Application>
  <PresentationFormat>Widescreen</PresentationFormat>
  <Paragraphs>31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Immersive Model for Tri State Water Bank to Get More Water to GSL</vt:lpstr>
      <vt:lpstr>A Tri-State Water Bank to Get More Water to the GSL</vt:lpstr>
      <vt:lpstr>Key Assumptions and Ideas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2026-08-18T17:59:49Z</dcterms:modified>
</cp:coreProperties>
</file>