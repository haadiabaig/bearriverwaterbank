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2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F2707-2576-4E9B-8439-987E01D9B64C}" v="50" dt="2026-08-04T05:58:19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dia Akbar" userId="19362115565_tp_box_2" providerId="OAuth2" clId="{FF77DECD-7ECC-48F4-BF82-9D4D4E0BE774}"/>
    <pc:docChg chg="undo redo custSel addSld delSld modSld sldOrd">
      <pc:chgData name="Hadia Akbar" userId="19362115565_tp_box_2" providerId="OAuth2" clId="{FF77DECD-7ECC-48F4-BF82-9D4D4E0BE774}" dt="2026-08-04T18:03:23.726" v="1483" actId="14100"/>
      <pc:docMkLst>
        <pc:docMk/>
      </pc:docMkLst>
      <pc:sldChg chg="addSp delSp modSp new mod setBg addAnim delDesignElem">
        <pc:chgData name="Hadia Akbar" userId="19362115565_tp_box_2" providerId="OAuth2" clId="{FF77DECD-7ECC-48F4-BF82-9D4D4E0BE774}" dt="2026-08-04T05:29:38.259" v="407" actId="403"/>
        <pc:sldMkLst>
          <pc:docMk/>
          <pc:sldMk cId="4246612416" sldId="256"/>
        </pc:sldMkLst>
        <pc:spChg chg="mo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2" creationId="{65C54F60-4CD2-714E-B25F-FB51C99D225A}"/>
          </ac:spMkLst>
        </pc:spChg>
        <pc:spChg chg="mod">
          <ac:chgData name="Hadia Akbar" userId="19362115565_tp_box_2" providerId="OAuth2" clId="{FF77DECD-7ECC-48F4-BF82-9D4D4E0BE774}" dt="2026-08-04T05:29:38.259" v="407" actId="403"/>
          <ac:spMkLst>
            <pc:docMk/>
            <pc:sldMk cId="4246612416" sldId="256"/>
            <ac:spMk id="3" creationId="{AAFA9286-92DA-528E-C4BD-BD456C809191}"/>
          </ac:spMkLst>
        </pc:spChg>
        <pc:spChg chg="ad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7" creationId="{55666830-9A19-4E01-8505-D6C7F9AC5665}"/>
          </ac:spMkLst>
        </pc:spChg>
        <pc:spChg chg="add del">
          <ac:chgData name="Hadia Akbar" userId="19362115565_tp_box_2" providerId="OAuth2" clId="{FF77DECD-7ECC-48F4-BF82-9D4D4E0BE774}" dt="2026-08-04T05:23:07.668" v="241"/>
          <ac:spMkLst>
            <pc:docMk/>
            <pc:sldMk cId="4246612416" sldId="256"/>
            <ac:spMk id="8" creationId="{4522B21E-B2B9-4C72-9A71-C87EFD137480}"/>
          </ac:spMkLst>
        </pc:spChg>
        <pc:spChg chg="ad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9" creationId="{AE9FC877-7FB6-4D22-9988-35420644E202}"/>
          </ac:spMkLst>
        </pc:spChg>
        <pc:spChg chg="add del">
          <ac:chgData name="Hadia Akbar" userId="19362115565_tp_box_2" providerId="OAuth2" clId="{FF77DECD-7ECC-48F4-BF82-9D4D4E0BE774}" dt="2026-08-04T05:23:07.668" v="241"/>
          <ac:spMkLst>
            <pc:docMk/>
            <pc:sldMk cId="4246612416" sldId="256"/>
            <ac:spMk id="10" creationId="{5EB7D2A2-F448-44D4-938C-DC84CBCB3B1E}"/>
          </ac:spMkLst>
        </pc:spChg>
        <pc:spChg chg="ad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11" creationId="{E41809D1-F12E-46BB-B804-5F209D325E8B}"/>
          </ac:spMkLst>
        </pc:spChg>
        <pc:spChg chg="add del">
          <ac:chgData name="Hadia Akbar" userId="19362115565_tp_box_2" providerId="OAuth2" clId="{FF77DECD-7ECC-48F4-BF82-9D4D4E0BE774}" dt="2026-08-04T05:23:07.668" v="241"/>
          <ac:spMkLst>
            <pc:docMk/>
            <pc:sldMk cId="4246612416" sldId="256"/>
            <ac:spMk id="12" creationId="{871AEA07-1E14-44B4-8E55-64EF049CD66F}"/>
          </ac:spMkLst>
        </pc:spChg>
        <pc:spChg chg="ad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16" creationId="{AF2F604E-43BE-4DC3-B983-E071523364F8}"/>
          </ac:spMkLst>
        </pc:spChg>
        <pc:spChg chg="add">
          <ac:chgData name="Hadia Akbar" userId="19362115565_tp_box_2" providerId="OAuth2" clId="{FF77DECD-7ECC-48F4-BF82-9D4D4E0BE774}" dt="2026-08-04T05:29:33.063" v="404" actId="26606"/>
          <ac:spMkLst>
            <pc:docMk/>
            <pc:sldMk cId="4246612416" sldId="256"/>
            <ac:spMk id="18" creationId="{08C9B587-E65E-4B52-B37C-ABEBB6E87928}"/>
          </ac:spMkLst>
        </pc:spChg>
        <pc:picChg chg="add mod ord">
          <ac:chgData name="Hadia Akbar" userId="19362115565_tp_box_2" providerId="OAuth2" clId="{FF77DECD-7ECC-48F4-BF82-9D4D4E0BE774}" dt="2026-08-04T05:29:33.063" v="404" actId="26606"/>
          <ac:picMkLst>
            <pc:docMk/>
            <pc:sldMk cId="4246612416" sldId="256"/>
            <ac:picMk id="5" creationId="{04C88557-323E-8174-ED33-F9A1E595A5E0}"/>
          </ac:picMkLst>
        </pc:picChg>
        <pc:cxnChg chg="add del">
          <ac:chgData name="Hadia Akbar" userId="19362115565_tp_box_2" providerId="OAuth2" clId="{FF77DECD-7ECC-48F4-BF82-9D4D4E0BE774}" dt="2026-08-04T05:23:07.668" v="241"/>
          <ac:cxnSpMkLst>
            <pc:docMk/>
            <pc:sldMk cId="4246612416" sldId="256"/>
            <ac:cxnSpMk id="14" creationId="{F7C8EA93-3210-4C62-99E9-153C275E3A87}"/>
          </ac:cxnSpMkLst>
        </pc:cxnChg>
      </pc:sldChg>
      <pc:sldChg chg="addSp delSp modSp new mod ord setBg">
        <pc:chgData name="Hadia Akbar" userId="19362115565_tp_box_2" providerId="OAuth2" clId="{FF77DECD-7ECC-48F4-BF82-9D4D4E0BE774}" dt="2026-08-04T05:31:03.977" v="417" actId="14100"/>
        <pc:sldMkLst>
          <pc:docMk/>
          <pc:sldMk cId="890402765" sldId="257"/>
        </pc:sldMkLst>
        <pc:spChg chg="del">
          <ac:chgData name="Hadia Akbar" userId="19362115565_tp_box_2" providerId="OAuth2" clId="{FF77DECD-7ECC-48F4-BF82-9D4D4E0BE774}" dt="2026-08-04T05:18:19.118" v="150" actId="478"/>
          <ac:spMkLst>
            <pc:docMk/>
            <pc:sldMk cId="890402765" sldId="257"/>
            <ac:spMk id="2" creationId="{E382A34E-1140-6408-AF9D-39059F1B61F0}"/>
          </ac:spMkLst>
        </pc:spChg>
        <pc:spChg chg="del">
          <ac:chgData name="Hadia Akbar" userId="19362115565_tp_box_2" providerId="OAuth2" clId="{FF77DECD-7ECC-48F4-BF82-9D4D4E0BE774}" dt="2026-08-04T05:18:22.445" v="151" actId="478"/>
          <ac:spMkLst>
            <pc:docMk/>
            <pc:sldMk cId="890402765" sldId="257"/>
            <ac:spMk id="3" creationId="{CD099AC8-AEB9-223A-D0DD-5FF51087F95E}"/>
          </ac:spMkLst>
        </pc:spChg>
        <pc:picChg chg="add del mod">
          <ac:chgData name="Hadia Akbar" userId="19362115565_tp_box_2" providerId="OAuth2" clId="{FF77DECD-7ECC-48F4-BF82-9D4D4E0BE774}" dt="2026-08-04T04:23:11.928" v="136" actId="21"/>
          <ac:picMkLst>
            <pc:docMk/>
            <pc:sldMk cId="890402765" sldId="257"/>
            <ac:picMk id="5" creationId="{65B28871-3FFB-0013-8997-C0CE0DC3EAF9}"/>
          </ac:picMkLst>
        </pc:picChg>
        <pc:picChg chg="add mod">
          <ac:chgData name="Hadia Akbar" userId="19362115565_tp_box_2" providerId="OAuth2" clId="{FF77DECD-7ECC-48F4-BF82-9D4D4E0BE774}" dt="2026-08-04T05:31:03.977" v="417" actId="14100"/>
          <ac:picMkLst>
            <pc:docMk/>
            <pc:sldMk cId="890402765" sldId="257"/>
            <ac:picMk id="6" creationId="{5F862F3C-E790-A522-6942-17FB31B7AAC9}"/>
          </ac:picMkLst>
        </pc:picChg>
      </pc:sldChg>
      <pc:sldChg chg="addSp delSp modSp new del mod ord setBg addAnim delAnim">
        <pc:chgData name="Hadia Akbar" userId="19362115565_tp_box_2" providerId="OAuth2" clId="{FF77DECD-7ECC-48F4-BF82-9D4D4E0BE774}" dt="2026-08-04T05:21:35.404" v="219" actId="47"/>
        <pc:sldMkLst>
          <pc:docMk/>
          <pc:sldMk cId="1027190588" sldId="258"/>
        </pc:sldMkLst>
        <pc:spChg chg="del mod ord">
          <ac:chgData name="Hadia Akbar" userId="19362115565_tp_box_2" providerId="OAuth2" clId="{FF77DECD-7ECC-48F4-BF82-9D4D4E0BE774}" dt="2026-08-04T05:21:30.250" v="218" actId="478"/>
          <ac:spMkLst>
            <pc:docMk/>
            <pc:sldMk cId="1027190588" sldId="258"/>
            <ac:spMk id="2" creationId="{46B31A1B-76E3-C845-987A-24C332E643EB}"/>
          </ac:spMkLst>
        </pc:spChg>
        <pc:spChg chg="del">
          <ac:chgData name="Hadia Akbar" userId="19362115565_tp_box_2" providerId="OAuth2" clId="{FF77DECD-7ECC-48F4-BF82-9D4D4E0BE774}" dt="2026-08-04T04:23:34.392" v="141" actId="478"/>
          <ac:spMkLst>
            <pc:docMk/>
            <pc:sldMk cId="1027190588" sldId="258"/>
            <ac:spMk id="3" creationId="{9F189D32-24C8-542A-79D5-E1F217AE3A59}"/>
          </ac:spMkLst>
        </pc:spChg>
        <pc:spChg chg="add del">
          <ac:chgData name="Hadia Akbar" userId="19362115565_tp_box_2" providerId="OAuth2" clId="{FF77DECD-7ECC-48F4-BF82-9D4D4E0BE774}" dt="2026-08-04T04:23:43.147" v="143" actId="26606"/>
          <ac:spMkLst>
            <pc:docMk/>
            <pc:sldMk cId="1027190588" sldId="258"/>
            <ac:spMk id="12" creationId="{AE47195D-EC06-4298-8805-0F0D65997676}"/>
          </ac:spMkLst>
        </pc:spChg>
        <pc:spChg chg="add del">
          <ac:chgData name="Hadia Akbar" userId="19362115565_tp_box_2" providerId="OAuth2" clId="{FF77DECD-7ECC-48F4-BF82-9D4D4E0BE774}" dt="2026-08-04T04:23:43.147" v="143" actId="26606"/>
          <ac:spMkLst>
            <pc:docMk/>
            <pc:sldMk cId="1027190588" sldId="258"/>
            <ac:spMk id="14" creationId="{99413ED5-9ED4-4772-BCE4-2BCAE6B12E35}"/>
          </ac:spMkLst>
        </pc:spChg>
        <pc:spChg chg="add del">
          <ac:chgData name="Hadia Akbar" userId="19362115565_tp_box_2" providerId="OAuth2" clId="{FF77DECD-7ECC-48F4-BF82-9D4D4E0BE774}" dt="2026-08-04T04:23:43.147" v="143" actId="26606"/>
          <ac:spMkLst>
            <pc:docMk/>
            <pc:sldMk cId="1027190588" sldId="258"/>
            <ac:spMk id="16" creationId="{04357C93-F0CB-4A1C-8F77-4E9063789819}"/>
          </ac:spMkLst>
        </pc:spChg>
        <pc:spChg chg="add del">
          <ac:chgData name="Hadia Akbar" userId="19362115565_tp_box_2" providerId="OAuth2" clId="{FF77DECD-7ECC-48F4-BF82-9D4D4E0BE774}" dt="2026-08-04T04:23:43.147" v="143" actId="26606"/>
          <ac:spMkLst>
            <pc:docMk/>
            <pc:sldMk cId="1027190588" sldId="258"/>
            <ac:spMk id="18" creationId="{90F533E9-6690-41A8-A372-4C6C622D028D}"/>
          </ac:spMkLst>
        </pc:spChg>
        <pc:spChg chg="add del">
          <ac:chgData name="Hadia Akbar" userId="19362115565_tp_box_2" providerId="OAuth2" clId="{FF77DECD-7ECC-48F4-BF82-9D4D4E0BE774}" dt="2026-08-04T04:23:44.807" v="145" actId="26606"/>
          <ac:spMkLst>
            <pc:docMk/>
            <pc:sldMk cId="1027190588" sldId="258"/>
            <ac:spMk id="20" creationId="{2151139A-886F-4B97-8815-729AD3831BBD}"/>
          </ac:spMkLst>
        </pc:spChg>
        <pc:spChg chg="add del">
          <ac:chgData name="Hadia Akbar" userId="19362115565_tp_box_2" providerId="OAuth2" clId="{FF77DECD-7ECC-48F4-BF82-9D4D4E0BE774}" dt="2026-08-04T04:23:44.807" v="145" actId="26606"/>
          <ac:spMkLst>
            <pc:docMk/>
            <pc:sldMk cId="1027190588" sldId="258"/>
            <ac:spMk id="21" creationId="{5428AC11-BFDF-42EF-80FF-717BBF909067}"/>
          </ac:spMkLst>
        </pc:spChg>
        <pc:spChg chg="add del">
          <ac:chgData name="Hadia Akbar" userId="19362115565_tp_box_2" providerId="OAuth2" clId="{FF77DECD-7ECC-48F4-BF82-9D4D4E0BE774}" dt="2026-08-04T04:23:44.807" v="145" actId="26606"/>
          <ac:spMkLst>
            <pc:docMk/>
            <pc:sldMk cId="1027190588" sldId="258"/>
            <ac:spMk id="22" creationId="{2CC56AF6-38E4-490B-8E2B-1A1037B4EDD4}"/>
          </ac:spMkLst>
        </pc:spChg>
        <pc:spChg chg="add del">
          <ac:chgData name="Hadia Akbar" userId="19362115565_tp_box_2" providerId="OAuth2" clId="{FF77DECD-7ECC-48F4-BF82-9D4D4E0BE774}" dt="2026-08-04T04:23:44.807" v="145" actId="26606"/>
          <ac:spMkLst>
            <pc:docMk/>
            <pc:sldMk cId="1027190588" sldId="258"/>
            <ac:spMk id="23" creationId="{2339A6F5-AD6A-4D80-8AD9-6290D13AC49F}"/>
          </ac:spMkLst>
        </pc:spChg>
        <pc:spChg chg="add">
          <ac:chgData name="Hadia Akbar" userId="19362115565_tp_box_2" providerId="OAuth2" clId="{FF77DECD-7ECC-48F4-BF82-9D4D4E0BE774}" dt="2026-08-04T04:23:44.819" v="146" actId="26606"/>
          <ac:spMkLst>
            <pc:docMk/>
            <pc:sldMk cId="1027190588" sldId="258"/>
            <ac:spMk id="25" creationId="{1D50F262-343C-4101-AB3C-9DA1072F7305}"/>
          </ac:spMkLst>
        </pc:spChg>
        <pc:spChg chg="add">
          <ac:chgData name="Hadia Akbar" userId="19362115565_tp_box_2" providerId="OAuth2" clId="{FF77DECD-7ECC-48F4-BF82-9D4D4E0BE774}" dt="2026-08-04T04:23:44.819" v="146" actId="26606"/>
          <ac:spMkLst>
            <pc:docMk/>
            <pc:sldMk cId="1027190588" sldId="258"/>
            <ac:spMk id="26" creationId="{6A0924B3-0260-445E-AFD7-9533C0D1B3C9}"/>
          </ac:spMkLst>
        </pc:spChg>
        <pc:spChg chg="add">
          <ac:chgData name="Hadia Akbar" userId="19362115565_tp_box_2" providerId="OAuth2" clId="{FF77DECD-7ECC-48F4-BF82-9D4D4E0BE774}" dt="2026-08-04T04:23:44.819" v="146" actId="26606"/>
          <ac:spMkLst>
            <pc:docMk/>
            <pc:sldMk cId="1027190588" sldId="258"/>
            <ac:spMk id="27" creationId="{7C34E8CB-B972-4A94-8469-315C10C2AA93}"/>
          </ac:spMkLst>
        </pc:spChg>
        <pc:spChg chg="add">
          <ac:chgData name="Hadia Akbar" userId="19362115565_tp_box_2" providerId="OAuth2" clId="{FF77DECD-7ECC-48F4-BF82-9D4D4E0BE774}" dt="2026-08-04T04:23:44.819" v="146" actId="26606"/>
          <ac:spMkLst>
            <pc:docMk/>
            <pc:sldMk cId="1027190588" sldId="258"/>
            <ac:spMk id="28" creationId="{114A821F-8663-46BA-8CC0-D4C44F639F3A}"/>
          </ac:spMkLst>
        </pc:spChg>
        <pc:spChg chg="add">
          <ac:chgData name="Hadia Akbar" userId="19362115565_tp_box_2" providerId="OAuth2" clId="{FF77DECD-7ECC-48F4-BF82-9D4D4E0BE774}" dt="2026-08-04T04:23:44.819" v="146" actId="26606"/>
          <ac:spMkLst>
            <pc:docMk/>
            <pc:sldMk cId="1027190588" sldId="258"/>
            <ac:spMk id="29" creationId="{67EF550F-47CE-4FB2-9DAC-12AD835C833D}"/>
          </ac:spMkLst>
        </pc:spChg>
        <pc:picChg chg="add mod ord">
          <ac:chgData name="Hadia Akbar" userId="19362115565_tp_box_2" providerId="OAuth2" clId="{FF77DECD-7ECC-48F4-BF82-9D4D4E0BE774}" dt="2026-08-04T04:23:44.819" v="146" actId="26606"/>
          <ac:picMkLst>
            <pc:docMk/>
            <pc:sldMk cId="1027190588" sldId="258"/>
            <ac:picMk id="5" creationId="{D3B59B8C-17AB-89E8-0B00-E82442A63747}"/>
          </ac:picMkLst>
        </pc:picChg>
        <pc:picChg chg="add mod">
          <ac:chgData name="Hadia Akbar" userId="19362115565_tp_box_2" providerId="OAuth2" clId="{FF77DECD-7ECC-48F4-BF82-9D4D4E0BE774}" dt="2026-08-04T04:23:44.819" v="146" actId="26606"/>
          <ac:picMkLst>
            <pc:docMk/>
            <pc:sldMk cId="1027190588" sldId="258"/>
            <ac:picMk id="7" creationId="{89787D0B-FC8F-22D7-10CE-8CA6A0071C6F}"/>
          </ac:picMkLst>
        </pc:picChg>
      </pc:sldChg>
      <pc:sldChg chg="delSp modSp add del mod setBg delDesignElem">
        <pc:chgData name="Hadia Akbar" userId="19362115565_tp_box_2" providerId="OAuth2" clId="{FF77DECD-7ECC-48F4-BF82-9D4D4E0BE774}" dt="2026-08-04T05:31:28.275" v="419" actId="47"/>
        <pc:sldMkLst>
          <pc:docMk/>
          <pc:sldMk cId="235461169" sldId="259"/>
        </pc:sldMkLst>
        <pc:spChg chg="mod">
          <ac:chgData name="Hadia Akbar" userId="19362115565_tp_box_2" providerId="OAuth2" clId="{FF77DECD-7ECC-48F4-BF82-9D4D4E0BE774}" dt="2026-08-04T05:31:17.210" v="418" actId="1076"/>
          <ac:spMkLst>
            <pc:docMk/>
            <pc:sldMk cId="235461169" sldId="259"/>
            <ac:spMk id="3" creationId="{48F7F7CA-C138-7ECE-6303-ADEDF3084478}"/>
          </ac:spMkLst>
        </pc:spChg>
        <pc:spChg chg="del">
          <ac:chgData name="Hadia Akbar" userId="19362115565_tp_box_2" providerId="OAuth2" clId="{FF77DECD-7ECC-48F4-BF82-9D4D4E0BE774}" dt="2026-08-04T04:22:20.929" v="119"/>
          <ac:spMkLst>
            <pc:docMk/>
            <pc:sldMk cId="235461169" sldId="259"/>
            <ac:spMk id="35" creationId="{81E1224E-6618-482E-BE87-321A7FC1CDE8}"/>
          </ac:spMkLst>
        </pc:spChg>
        <pc:spChg chg="del">
          <ac:chgData name="Hadia Akbar" userId="19362115565_tp_box_2" providerId="OAuth2" clId="{FF77DECD-7ECC-48F4-BF82-9D4D4E0BE774}" dt="2026-08-04T04:22:20.929" v="119"/>
          <ac:spMkLst>
            <pc:docMk/>
            <pc:sldMk cId="235461169" sldId="259"/>
            <ac:spMk id="36" creationId="{066346BE-FDB4-4772-A696-0719490ABD64}"/>
          </ac:spMkLst>
        </pc:spChg>
        <pc:spChg chg="del">
          <ac:chgData name="Hadia Akbar" userId="19362115565_tp_box_2" providerId="OAuth2" clId="{FF77DECD-7ECC-48F4-BF82-9D4D4E0BE774}" dt="2026-08-04T04:22:20.929" v="119"/>
          <ac:spMkLst>
            <pc:docMk/>
            <pc:sldMk cId="235461169" sldId="259"/>
            <ac:spMk id="37" creationId="{FB92FFCE-0C90-454E-AA25-D4EE9A6C39C5}"/>
          </ac:spMkLst>
        </pc:spChg>
        <pc:graphicFrameChg chg="modGraphic">
          <ac:chgData name="Hadia Akbar" userId="19362115565_tp_box_2" providerId="OAuth2" clId="{FF77DECD-7ECC-48F4-BF82-9D4D4E0BE774}" dt="2026-08-04T04:23:02.331" v="133" actId="20577"/>
          <ac:graphicFrameMkLst>
            <pc:docMk/>
            <pc:sldMk cId="235461169" sldId="259"/>
            <ac:graphicFrameMk id="6" creationId="{C011B49A-A7CA-8A64-8EE8-705D843C87C8}"/>
          </ac:graphicFrameMkLst>
        </pc:graphicFrameChg>
        <pc:picChg chg="del">
          <ac:chgData name="Hadia Akbar" userId="19362115565_tp_box_2" providerId="OAuth2" clId="{FF77DECD-7ECC-48F4-BF82-9D4D4E0BE774}" dt="2026-08-04T04:22:24.436" v="122" actId="478"/>
          <ac:picMkLst>
            <pc:docMk/>
            <pc:sldMk cId="235461169" sldId="259"/>
            <ac:picMk id="4" creationId="{DE05265B-DD07-4A86-3EF2-01605D6C02D4}"/>
          </ac:picMkLst>
        </pc:picChg>
        <pc:picChg chg="del">
          <ac:chgData name="Hadia Akbar" userId="19362115565_tp_box_2" providerId="OAuth2" clId="{FF77DECD-7ECC-48F4-BF82-9D4D4E0BE774}" dt="2026-08-04T04:22:25.127" v="123" actId="478"/>
          <ac:picMkLst>
            <pc:docMk/>
            <pc:sldMk cId="235461169" sldId="259"/>
            <ac:picMk id="10" creationId="{66E918FE-E0FB-7551-5100-FF83D57E226D}"/>
          </ac:picMkLst>
        </pc:picChg>
      </pc:sldChg>
      <pc:sldChg chg="addSp delSp modSp new mod setBg addAnim delAnim delDesignElem">
        <pc:chgData name="Hadia Akbar" userId="19362115565_tp_box_2" providerId="OAuth2" clId="{FF77DECD-7ECC-48F4-BF82-9D4D4E0BE774}" dt="2026-08-04T17:55:09.195" v="1482" actId="1076"/>
        <pc:sldMkLst>
          <pc:docMk/>
          <pc:sldMk cId="1480586688" sldId="260"/>
        </pc:sldMkLst>
        <pc:spChg chg="mod ord">
          <ac:chgData name="Hadia Akbar" userId="19362115565_tp_box_2" providerId="OAuth2" clId="{FF77DECD-7ECC-48F4-BF82-9D4D4E0BE774}" dt="2026-08-04T17:55:05.463" v="1480" actId="1076"/>
          <ac:spMkLst>
            <pc:docMk/>
            <pc:sldMk cId="1480586688" sldId="260"/>
            <ac:spMk id="2" creationId="{81F1C4B3-9A9B-ACA7-FD33-EA866B5A34CE}"/>
          </ac:spMkLst>
        </pc:spChg>
        <pc:spChg chg="del">
          <ac:chgData name="Hadia Akbar" userId="19362115565_tp_box_2" providerId="OAuth2" clId="{FF77DECD-7ECC-48F4-BF82-9D4D4E0BE774}" dt="2026-08-04T05:19:20.873" v="184" actId="478"/>
          <ac:spMkLst>
            <pc:docMk/>
            <pc:sldMk cId="1480586688" sldId="260"/>
            <ac:spMk id="3" creationId="{FED44AE2-E364-8CA6-A193-42AD0560DF38}"/>
          </ac:spMkLst>
        </pc:spChg>
        <pc:spChg chg="add del">
          <ac:chgData name="Hadia Akbar" userId="19362115565_tp_box_2" providerId="OAuth2" clId="{FF77DECD-7ECC-48F4-BF82-9D4D4E0BE774}" dt="2026-08-04T05:20:15.758" v="195" actId="26606"/>
          <ac:spMkLst>
            <pc:docMk/>
            <pc:sldMk cId="1480586688" sldId="260"/>
            <ac:spMk id="11" creationId="{521C4EA8-6B83-4338-913D-D75D3C4F34D6}"/>
          </ac:spMkLst>
        </pc:spChg>
        <pc:spChg chg="add del">
          <ac:chgData name="Hadia Akbar" userId="19362115565_tp_box_2" providerId="OAuth2" clId="{FF77DECD-7ECC-48F4-BF82-9D4D4E0BE774}" dt="2026-08-04T05:20:15.758" v="195" actId="26606"/>
          <ac:spMkLst>
            <pc:docMk/>
            <pc:sldMk cId="1480586688" sldId="260"/>
            <ac:spMk id="17" creationId="{04357C93-F0CB-4A1C-8F77-4E9063789819}"/>
          </ac:spMkLst>
        </pc:spChg>
        <pc:spChg chg="add del">
          <ac:chgData name="Hadia Akbar" userId="19362115565_tp_box_2" providerId="OAuth2" clId="{FF77DECD-7ECC-48F4-BF82-9D4D4E0BE774}" dt="2026-08-04T05:20:31.398" v="200" actId="26606"/>
          <ac:spMkLst>
            <pc:docMk/>
            <pc:sldMk cId="1480586688" sldId="260"/>
            <ac:spMk id="19" creationId="{67EF550F-47CE-4FB2-9DAC-12AD835C833D}"/>
          </ac:spMkLst>
        </pc:spChg>
        <pc:spChg chg="add del">
          <ac:chgData name="Hadia Akbar" userId="19362115565_tp_box_2" providerId="OAuth2" clId="{FF77DECD-7ECC-48F4-BF82-9D4D4E0BE774}" dt="2026-08-04T05:20:31.398" v="200" actId="26606"/>
          <ac:spMkLst>
            <pc:docMk/>
            <pc:sldMk cId="1480586688" sldId="260"/>
            <ac:spMk id="20" creationId="{1D50F262-343C-4101-AB3C-9DA1072F7305}"/>
          </ac:spMkLst>
        </pc:spChg>
        <pc:spChg chg="add del">
          <ac:chgData name="Hadia Akbar" userId="19362115565_tp_box_2" providerId="OAuth2" clId="{FF77DECD-7ECC-48F4-BF82-9D4D4E0BE774}" dt="2026-08-04T05:20:31.398" v="200" actId="26606"/>
          <ac:spMkLst>
            <pc:docMk/>
            <pc:sldMk cId="1480586688" sldId="260"/>
            <ac:spMk id="21" creationId="{6A0924B3-0260-445E-AFD7-9533C0D1B3C9}"/>
          </ac:spMkLst>
        </pc:spChg>
        <pc:spChg chg="add del">
          <ac:chgData name="Hadia Akbar" userId="19362115565_tp_box_2" providerId="OAuth2" clId="{FF77DECD-7ECC-48F4-BF82-9D4D4E0BE774}" dt="2026-08-04T05:20:31.398" v="200" actId="26606"/>
          <ac:spMkLst>
            <pc:docMk/>
            <pc:sldMk cId="1480586688" sldId="260"/>
            <ac:spMk id="22" creationId="{7C34E8CB-B972-4A94-8469-315C10C2AA93}"/>
          </ac:spMkLst>
        </pc:spChg>
        <pc:spChg chg="add del">
          <ac:chgData name="Hadia Akbar" userId="19362115565_tp_box_2" providerId="OAuth2" clId="{FF77DECD-7ECC-48F4-BF82-9D4D4E0BE774}" dt="2026-08-04T05:20:31.398" v="200" actId="26606"/>
          <ac:spMkLst>
            <pc:docMk/>
            <pc:sldMk cId="1480586688" sldId="260"/>
            <ac:spMk id="23" creationId="{114A821F-8663-46BA-8CC0-D4C44F639F3A}"/>
          </ac:spMkLst>
        </pc:spChg>
        <pc:spChg chg="add del">
          <ac:chgData name="Hadia Akbar" userId="19362115565_tp_box_2" providerId="OAuth2" clId="{FF77DECD-7ECC-48F4-BF82-9D4D4E0BE774}" dt="2026-08-04T05:20:31.396" v="199" actId="26606"/>
          <ac:spMkLst>
            <pc:docMk/>
            <pc:sldMk cId="1480586688" sldId="260"/>
            <ac:spMk id="28" creationId="{91DC6ABD-215C-4EA8-A483-CEF5B99AB385}"/>
          </ac:spMkLst>
        </pc:spChg>
        <pc:spChg chg="add del">
          <ac:chgData name="Hadia Akbar" userId="19362115565_tp_box_2" providerId="OAuth2" clId="{FF77DECD-7ECC-48F4-BF82-9D4D4E0BE774}" dt="2026-08-04T05:20:31.396" v="199" actId="26606"/>
          <ac:spMkLst>
            <pc:docMk/>
            <pc:sldMk cId="1480586688" sldId="260"/>
            <ac:spMk id="34" creationId="{04357C93-F0CB-4A1C-8F77-4E9063789819}"/>
          </ac:spMkLst>
        </pc:spChg>
        <pc:spChg chg="add del">
          <ac:chgData name="Hadia Akbar" userId="19362115565_tp_box_2" providerId="OAuth2" clId="{FF77DECD-7ECC-48F4-BF82-9D4D4E0BE774}" dt="2026-08-04T05:22:19.958" v="226" actId="26606"/>
          <ac:spMkLst>
            <pc:docMk/>
            <pc:sldMk cId="1480586688" sldId="260"/>
            <ac:spMk id="36" creationId="{9389D3E0-BA02-41D3-B2AC-8FD6AA893902}"/>
          </ac:spMkLst>
        </pc:spChg>
        <pc:spChg chg="add del">
          <ac:chgData name="Hadia Akbar" userId="19362115565_tp_box_2" providerId="OAuth2" clId="{FF77DECD-7ECC-48F4-BF82-9D4D4E0BE774}" dt="2026-08-04T05:21:45.513" v="221" actId="26606"/>
          <ac:spMkLst>
            <pc:docMk/>
            <pc:sldMk cId="1480586688" sldId="260"/>
            <ac:spMk id="38" creationId="{8A94871E-96FC-4ADE-815B-41A636E34F1A}"/>
          </ac:spMkLst>
        </pc:spChg>
        <pc:spChg chg="add del">
          <ac:chgData name="Hadia Akbar" userId="19362115565_tp_box_2" providerId="OAuth2" clId="{FF77DECD-7ECC-48F4-BF82-9D4D4E0BE774}" dt="2026-08-04T05:21:45.513" v="221" actId="26606"/>
          <ac:spMkLst>
            <pc:docMk/>
            <pc:sldMk cId="1480586688" sldId="260"/>
            <ac:spMk id="39" creationId="{3FCFB1DE-0B7E-48CC-BA90-B2AB0889F9D6}"/>
          </ac:spMkLst>
        </pc:spChg>
        <pc:spChg chg="add del">
          <ac:chgData name="Hadia Akbar" userId="19362115565_tp_box_2" providerId="OAuth2" clId="{FF77DECD-7ECC-48F4-BF82-9D4D4E0BE774}" dt="2026-08-04T05:20:57.800" v="205" actId="26606"/>
          <ac:spMkLst>
            <pc:docMk/>
            <pc:sldMk cId="1480586688" sldId="260"/>
            <ac:spMk id="41" creationId="{9389D3E0-BA02-41D3-B2AC-8FD6AA893902}"/>
          </ac:spMkLst>
        </pc:spChg>
        <pc:spChg chg="add del">
          <ac:chgData name="Hadia Akbar" userId="19362115565_tp_box_2" providerId="OAuth2" clId="{FF77DECD-7ECC-48F4-BF82-9D4D4E0BE774}" dt="2026-08-04T05:21:55.828" v="223" actId="26606"/>
          <ac:spMkLst>
            <pc:docMk/>
            <pc:sldMk cId="1480586688" sldId="260"/>
            <ac:spMk id="42" creationId="{55666830-9A19-4E01-8505-D6C7F9AC5665}"/>
          </ac:spMkLst>
        </pc:spChg>
        <pc:spChg chg="add del">
          <ac:chgData name="Hadia Akbar" userId="19362115565_tp_box_2" providerId="OAuth2" clId="{FF77DECD-7ECC-48F4-BF82-9D4D4E0BE774}" dt="2026-08-04T05:21:01.135" v="207" actId="26606"/>
          <ac:spMkLst>
            <pc:docMk/>
            <pc:sldMk cId="1480586688" sldId="260"/>
            <ac:spMk id="43" creationId="{AF2F604E-43BE-4DC3-B983-E071523364F8}"/>
          </ac:spMkLst>
        </pc:spChg>
        <pc:spChg chg="add del">
          <ac:chgData name="Hadia Akbar" userId="19362115565_tp_box_2" providerId="OAuth2" clId="{FF77DECD-7ECC-48F4-BF82-9D4D4E0BE774}" dt="2026-08-04T05:21:01.135" v="207" actId="26606"/>
          <ac:spMkLst>
            <pc:docMk/>
            <pc:sldMk cId="1480586688" sldId="260"/>
            <ac:spMk id="44" creationId="{68AF5748-FED8-45BA-8631-26D1D10F3246}"/>
          </ac:spMkLst>
        </pc:spChg>
        <pc:spChg chg="add del">
          <ac:chgData name="Hadia Akbar" userId="19362115565_tp_box_2" providerId="OAuth2" clId="{FF77DECD-7ECC-48F4-BF82-9D4D4E0BE774}" dt="2026-08-04T05:21:01.135" v="207" actId="26606"/>
          <ac:spMkLst>
            <pc:docMk/>
            <pc:sldMk cId="1480586688" sldId="260"/>
            <ac:spMk id="45" creationId="{08C9B587-E65E-4B52-B37C-ABEBB6E87928}"/>
          </ac:spMkLst>
        </pc:spChg>
        <pc:spChg chg="add del">
          <ac:chgData name="Hadia Akbar" userId="19362115565_tp_box_2" providerId="OAuth2" clId="{FF77DECD-7ECC-48F4-BF82-9D4D4E0BE774}" dt="2026-08-04T05:21:55.828" v="223" actId="26606"/>
          <ac:spMkLst>
            <pc:docMk/>
            <pc:sldMk cId="1480586688" sldId="260"/>
            <ac:spMk id="46" creationId="{AE9FC877-7FB6-4D22-9988-35420644E202}"/>
          </ac:spMkLst>
        </pc:spChg>
        <pc:spChg chg="add del">
          <ac:chgData name="Hadia Akbar" userId="19362115565_tp_box_2" providerId="OAuth2" clId="{FF77DECD-7ECC-48F4-BF82-9D4D4E0BE774}" dt="2026-08-04T05:21:02.697" v="209" actId="26606"/>
          <ac:spMkLst>
            <pc:docMk/>
            <pc:sldMk cId="1480586688" sldId="260"/>
            <ac:spMk id="47" creationId="{026A84AF-6F58-471A-BF1F-10D8C03511C4}"/>
          </ac:spMkLst>
        </pc:spChg>
        <pc:spChg chg="add del">
          <ac:chgData name="Hadia Akbar" userId="19362115565_tp_box_2" providerId="OAuth2" clId="{FF77DECD-7ECC-48F4-BF82-9D4D4E0BE774}" dt="2026-08-04T05:21:55.828" v="223" actId="26606"/>
          <ac:spMkLst>
            <pc:docMk/>
            <pc:sldMk cId="1480586688" sldId="260"/>
            <ac:spMk id="48" creationId="{E41809D1-F12E-46BB-B804-5F209D325E8B}"/>
          </ac:spMkLst>
        </pc:spChg>
        <pc:spChg chg="add del">
          <ac:chgData name="Hadia Akbar" userId="19362115565_tp_box_2" providerId="OAuth2" clId="{FF77DECD-7ECC-48F4-BF82-9D4D4E0BE774}" dt="2026-08-04T05:21:07.785" v="211" actId="26606"/>
          <ac:spMkLst>
            <pc:docMk/>
            <pc:sldMk cId="1480586688" sldId="260"/>
            <ac:spMk id="49" creationId="{91DC6ABD-215C-4EA8-A483-CEF5B99AB385}"/>
          </ac:spMkLst>
        </pc:spChg>
        <pc:spChg chg="add del">
          <ac:chgData name="Hadia Akbar" userId="19362115565_tp_box_2" providerId="OAuth2" clId="{FF77DECD-7ECC-48F4-BF82-9D4D4E0BE774}" dt="2026-08-04T05:21:55.828" v="223" actId="26606"/>
          <ac:spMkLst>
            <pc:docMk/>
            <pc:sldMk cId="1480586688" sldId="260"/>
            <ac:spMk id="51" creationId="{AF2F604E-43BE-4DC3-B983-E071523364F8}"/>
          </ac:spMkLst>
        </pc:spChg>
        <pc:spChg chg="add del">
          <ac:chgData name="Hadia Akbar" userId="19362115565_tp_box_2" providerId="OAuth2" clId="{FF77DECD-7ECC-48F4-BF82-9D4D4E0BE774}" dt="2026-08-04T05:21:55.828" v="223" actId="26606"/>
          <ac:spMkLst>
            <pc:docMk/>
            <pc:sldMk cId="1480586688" sldId="260"/>
            <ac:spMk id="52" creationId="{08C9B587-E65E-4B52-B37C-ABEBB6E87928}"/>
          </ac:spMkLst>
        </pc:spChg>
        <pc:spChg chg="add del">
          <ac:chgData name="Hadia Akbar" userId="19362115565_tp_box_2" providerId="OAuth2" clId="{FF77DECD-7ECC-48F4-BF82-9D4D4E0BE774}" dt="2026-08-04T05:21:07.785" v="211" actId="26606"/>
          <ac:spMkLst>
            <pc:docMk/>
            <pc:sldMk cId="1480586688" sldId="260"/>
            <ac:spMk id="53" creationId="{04357C93-F0CB-4A1C-8F77-4E9063789819}"/>
          </ac:spMkLst>
        </pc:spChg>
        <pc:spChg chg="add del">
          <ac:chgData name="Hadia Akbar" userId="19362115565_tp_box_2" providerId="OAuth2" clId="{FF77DECD-7ECC-48F4-BF82-9D4D4E0BE774}" dt="2026-08-04T05:22:19.958" v="225" actId="26606"/>
          <ac:spMkLst>
            <pc:docMk/>
            <pc:sldMk cId="1480586688" sldId="260"/>
            <ac:spMk id="54" creationId="{A8384FB5-9ADC-4DDC-881B-597D56F5B15D}"/>
          </ac:spMkLst>
        </pc:spChg>
        <pc:spChg chg="add del">
          <ac:chgData name="Hadia Akbar" userId="19362115565_tp_box_2" providerId="OAuth2" clId="{FF77DECD-7ECC-48F4-BF82-9D4D4E0BE774}" dt="2026-08-04T05:21:28.101" v="217" actId="26606"/>
          <ac:spMkLst>
            <pc:docMk/>
            <pc:sldMk cId="1480586688" sldId="260"/>
            <ac:spMk id="55" creationId="{9B7AD9F6-8CE7-4299-8FC6-328F4DCD3FF9}"/>
          </ac:spMkLst>
        </pc:spChg>
        <pc:spChg chg="add del">
          <ac:chgData name="Hadia Akbar" userId="19362115565_tp_box_2" providerId="OAuth2" clId="{FF77DECD-7ECC-48F4-BF82-9D4D4E0BE774}" dt="2026-08-04T05:21:28.101" v="217" actId="26606"/>
          <ac:spMkLst>
            <pc:docMk/>
            <pc:sldMk cId="1480586688" sldId="260"/>
            <ac:spMk id="56" creationId="{F49775AF-8896-43EE-92C6-83497D6DC56F}"/>
          </ac:spMkLst>
        </pc:spChg>
        <pc:spChg chg="add del">
          <ac:chgData name="Hadia Akbar" userId="19362115565_tp_box_2" providerId="OAuth2" clId="{FF77DECD-7ECC-48F4-BF82-9D4D4E0BE774}" dt="2026-08-04T05:22:19.958" v="225" actId="26606"/>
          <ac:spMkLst>
            <pc:docMk/>
            <pc:sldMk cId="1480586688" sldId="260"/>
            <ac:spMk id="57" creationId="{BC05CA36-AD6A-4ABF-9A05-52E5A143D2BB}"/>
          </ac:spMkLst>
        </pc:spChg>
        <pc:spChg chg="add del">
          <ac:chgData name="Hadia Akbar" userId="19362115565_tp_box_2" providerId="OAuth2" clId="{FF77DECD-7ECC-48F4-BF82-9D4D4E0BE774}" dt="2026-08-04T05:22:19.958" v="225" actId="26606"/>
          <ac:spMkLst>
            <pc:docMk/>
            <pc:sldMk cId="1480586688" sldId="260"/>
            <ac:spMk id="58" creationId="{D4331EE8-85A4-4588-8D9E-70E534D477DB}"/>
          </ac:spMkLst>
        </pc:spChg>
        <pc:spChg chg="add del">
          <ac:chgData name="Hadia Akbar" userId="19362115565_tp_box_2" providerId="OAuth2" clId="{FF77DECD-7ECC-48F4-BF82-9D4D4E0BE774}" dt="2026-08-04T05:22:19.958" v="225" actId="26606"/>
          <ac:spMkLst>
            <pc:docMk/>
            <pc:sldMk cId="1480586688" sldId="260"/>
            <ac:spMk id="59" creationId="{49D6C862-61CC-4B46-8080-96583D653BAB}"/>
          </ac:spMkLst>
        </pc:spChg>
        <pc:spChg chg="add del">
          <ac:chgData name="Hadia Akbar" userId="19362115565_tp_box_2" providerId="OAuth2" clId="{FF77DECD-7ECC-48F4-BF82-9D4D4E0BE774}" dt="2026-08-04T05:22:19.958" v="225" actId="26606"/>
          <ac:spMkLst>
            <pc:docMk/>
            <pc:sldMk cId="1480586688" sldId="260"/>
            <ac:spMk id="60" creationId="{E37EECFC-A684-4391-AE85-4CDAF5565F61}"/>
          </ac:spMkLst>
        </pc:spChg>
        <pc:spChg chg="add del">
          <ac:chgData name="Hadia Akbar" userId="19362115565_tp_box_2" providerId="OAuth2" clId="{FF77DECD-7ECC-48F4-BF82-9D4D4E0BE774}" dt="2026-08-04T05:23:07.668" v="241"/>
          <ac:spMkLst>
            <pc:docMk/>
            <pc:sldMk cId="1480586688" sldId="260"/>
            <ac:spMk id="62" creationId="{798FE0E0-D95D-46EF-A375-475D4DB0ED45}"/>
          </ac:spMkLst>
        </pc:spChg>
        <pc:spChg chg="add del">
          <ac:chgData name="Hadia Akbar" userId="19362115565_tp_box_2" providerId="OAuth2" clId="{FF77DECD-7ECC-48F4-BF82-9D4D4E0BE774}" dt="2026-08-04T05:23:07.668" v="241"/>
          <ac:spMkLst>
            <pc:docMk/>
            <pc:sldMk cId="1480586688" sldId="260"/>
            <ac:spMk id="63" creationId="{2D82A42F-AEBE-4065-9792-036A904D8564}"/>
          </ac:spMkLst>
        </pc:spChg>
        <pc:grpChg chg="add del">
          <ac:chgData name="Hadia Akbar" userId="19362115565_tp_box_2" providerId="OAuth2" clId="{FF77DECD-7ECC-48F4-BF82-9D4D4E0BE774}" dt="2026-08-04T05:20:15.758" v="195" actId="26606"/>
          <ac:grpSpMkLst>
            <pc:docMk/>
            <pc:sldMk cId="1480586688" sldId="260"/>
            <ac:grpSpMk id="13" creationId="{3AF6A671-C637-4547-85F4-51B6D1881399}"/>
          </ac:grpSpMkLst>
        </pc:grpChg>
        <pc:grpChg chg="add del">
          <ac:chgData name="Hadia Akbar" userId="19362115565_tp_box_2" providerId="OAuth2" clId="{FF77DECD-7ECC-48F4-BF82-9D4D4E0BE774}" dt="2026-08-04T05:20:31.396" v="199" actId="26606"/>
          <ac:grpSpMkLst>
            <pc:docMk/>
            <pc:sldMk cId="1480586688" sldId="260"/>
            <ac:grpSpMk id="30" creationId="{3AF6A671-C637-4547-85F4-51B6D1881399}"/>
          </ac:grpSpMkLst>
        </pc:grpChg>
        <pc:grpChg chg="add del">
          <ac:chgData name="Hadia Akbar" userId="19362115565_tp_box_2" providerId="OAuth2" clId="{FF77DECD-7ECC-48F4-BF82-9D4D4E0BE774}" dt="2026-08-04T05:21:07.785" v="211" actId="26606"/>
          <ac:grpSpMkLst>
            <pc:docMk/>
            <pc:sldMk cId="1480586688" sldId="260"/>
            <ac:grpSpMk id="50" creationId="{3AF6A671-C637-4547-85F4-51B6D1881399}"/>
          </ac:grpSpMkLst>
        </pc:grpChg>
        <pc:picChg chg="add del mod ord">
          <ac:chgData name="Hadia Akbar" userId="19362115565_tp_box_2" providerId="OAuth2" clId="{FF77DECD-7ECC-48F4-BF82-9D4D4E0BE774}" dt="2026-08-04T05:20:38.312" v="202" actId="21"/>
          <ac:picMkLst>
            <pc:docMk/>
            <pc:sldMk cId="1480586688" sldId="260"/>
            <ac:picMk id="4" creationId="{884F03F4-ED6E-9B50-B576-165738CB5612}"/>
          </ac:picMkLst>
        </pc:picChg>
        <pc:picChg chg="add del mod">
          <ac:chgData name="Hadia Akbar" userId="19362115565_tp_box_2" providerId="OAuth2" clId="{FF77DECD-7ECC-48F4-BF82-9D4D4E0BE774}" dt="2026-08-04T05:20:19.851" v="197" actId="21"/>
          <ac:picMkLst>
            <pc:docMk/>
            <pc:sldMk cId="1480586688" sldId="260"/>
            <ac:picMk id="6" creationId="{C6248BC8-7AA3-CCB1-6C2B-D171F7CEAA0A}"/>
          </ac:picMkLst>
        </pc:picChg>
        <pc:picChg chg="add del mod">
          <ac:chgData name="Hadia Akbar" userId="19362115565_tp_box_2" providerId="OAuth2" clId="{FF77DECD-7ECC-48F4-BF82-9D4D4E0BE774}" dt="2026-08-04T05:22:29.782" v="232" actId="478"/>
          <ac:picMkLst>
            <pc:docMk/>
            <pc:sldMk cId="1480586688" sldId="260"/>
            <ac:picMk id="8" creationId="{8EF08997-A492-4560-7DC5-A15458D9BA33}"/>
          </ac:picMkLst>
        </pc:picChg>
        <pc:picChg chg="add del">
          <ac:chgData name="Hadia Akbar" userId="19362115565_tp_box_2" providerId="OAuth2" clId="{FF77DECD-7ECC-48F4-BF82-9D4D4E0BE774}" dt="2026-08-04T05:21:21.202" v="215" actId="22"/>
          <ac:picMkLst>
            <pc:docMk/>
            <pc:sldMk cId="1480586688" sldId="260"/>
            <ac:picMk id="10" creationId="{9134E044-FA65-5399-690F-E64B8A5BA37A}"/>
          </ac:picMkLst>
        </pc:picChg>
        <pc:picChg chg="add del mod">
          <ac:chgData name="Hadia Akbar" userId="19362115565_tp_box_2" providerId="OAuth2" clId="{FF77DECD-7ECC-48F4-BF82-9D4D4E0BE774}" dt="2026-08-04T05:29:27.727" v="402" actId="21"/>
          <ac:picMkLst>
            <pc:docMk/>
            <pc:sldMk cId="1480586688" sldId="260"/>
            <ac:picMk id="16" creationId="{2F5AB063-768B-A349-DE4E-61EF628393AD}"/>
          </ac:picMkLst>
        </pc:picChg>
        <pc:picChg chg="add mod">
          <ac:chgData name="Hadia Akbar" userId="19362115565_tp_box_2" providerId="OAuth2" clId="{FF77DECD-7ECC-48F4-BF82-9D4D4E0BE774}" dt="2026-08-04T17:55:09.195" v="1482" actId="1076"/>
          <ac:picMkLst>
            <pc:docMk/>
            <pc:sldMk cId="1480586688" sldId="260"/>
            <ac:picMk id="18" creationId="{E9E2FD9A-CEC4-149A-7AA0-B9A9435CC662}"/>
          </ac:picMkLst>
        </pc:picChg>
        <pc:picChg chg="add mod">
          <ac:chgData name="Hadia Akbar" userId="19362115565_tp_box_2" providerId="OAuth2" clId="{FF77DECD-7ECC-48F4-BF82-9D4D4E0BE774}" dt="2026-08-04T17:55:06.767" v="1481" actId="1076"/>
          <ac:picMkLst>
            <pc:docMk/>
            <pc:sldMk cId="1480586688" sldId="260"/>
            <ac:picMk id="25" creationId="{AF508137-52D0-BAA5-C5E1-222AC5704542}"/>
          </ac:picMkLst>
        </pc:picChg>
      </pc:sldChg>
      <pc:sldChg chg="addSp delSp modSp new del mod setBg">
        <pc:chgData name="Hadia Akbar" userId="19362115565_tp_box_2" providerId="OAuth2" clId="{FF77DECD-7ECC-48F4-BF82-9D4D4E0BE774}" dt="2026-08-04T05:51:58.127" v="1219" actId="47"/>
        <pc:sldMkLst>
          <pc:docMk/>
          <pc:sldMk cId="1373323216" sldId="261"/>
        </pc:sldMkLst>
        <pc:spChg chg="mod">
          <ac:chgData name="Hadia Akbar" userId="19362115565_tp_box_2" providerId="OAuth2" clId="{FF77DECD-7ECC-48F4-BF82-9D4D4E0BE774}" dt="2026-08-04T05:50:57.235" v="1201" actId="122"/>
          <ac:spMkLst>
            <pc:docMk/>
            <pc:sldMk cId="1373323216" sldId="261"/>
            <ac:spMk id="2" creationId="{0C78470D-9ED1-6EE2-5960-4B49B26B9A79}"/>
          </ac:spMkLst>
        </pc:spChg>
        <pc:spChg chg="add del mod">
          <ac:chgData name="Hadia Akbar" userId="19362115565_tp_box_2" providerId="OAuth2" clId="{FF77DECD-7ECC-48F4-BF82-9D4D4E0BE774}" dt="2026-08-04T05:28:54.093" v="396" actId="26606"/>
          <ac:spMkLst>
            <pc:docMk/>
            <pc:sldMk cId="1373323216" sldId="261"/>
            <ac:spMk id="3" creationId="{3C9AD445-1474-C8CD-6A03-1870CA6CA0DE}"/>
          </ac:spMkLst>
        </pc:spChg>
        <pc:spChg chg="add del">
          <ac:chgData name="Hadia Akbar" userId="19362115565_tp_box_2" providerId="OAuth2" clId="{FF77DECD-7ECC-48F4-BF82-9D4D4E0BE774}" dt="2026-08-04T05:28:54.093" v="396" actId="26606"/>
          <ac:spMkLst>
            <pc:docMk/>
            <pc:sldMk cId="1373323216" sldId="261"/>
            <ac:spMk id="5" creationId="{DBF61EA3-B236-439E-9C0B-340980D56BEE}"/>
          </ac:spMkLst>
        </pc:spChg>
        <pc:spChg chg="add mod">
          <ac:chgData name="Hadia Akbar" userId="19362115565_tp_box_2" providerId="OAuth2" clId="{FF77DECD-7ECC-48F4-BF82-9D4D4E0BE774}" dt="2026-08-04T05:51:26.376" v="1204" actId="21"/>
          <ac:spMkLst>
            <pc:docMk/>
            <pc:sldMk cId="1373323216" sldId="261"/>
            <ac:spMk id="7" creationId="{23A0CEC1-D963-E512-4CB3-24D836BE0D3D}"/>
          </ac:spMkLst>
        </pc:spChg>
        <pc:spChg chg="add del">
          <ac:chgData name="Hadia Akbar" userId="19362115565_tp_box_2" providerId="OAuth2" clId="{FF77DECD-7ECC-48F4-BF82-9D4D4E0BE774}" dt="2026-08-04T05:26:15.777" v="336" actId="26606"/>
          <ac:spMkLst>
            <pc:docMk/>
            <pc:sldMk cId="1373323216" sldId="261"/>
            <ac:spMk id="8" creationId="{B6CDA21F-E7AF-4C75-8395-33F58D5B0E45}"/>
          </ac:spMkLst>
        </pc:spChg>
        <pc:spChg chg="add del">
          <ac:chgData name="Hadia Akbar" userId="19362115565_tp_box_2" providerId="OAuth2" clId="{FF77DECD-7ECC-48F4-BF82-9D4D4E0BE774}" dt="2026-08-04T05:28:54.093" v="396" actId="26606"/>
          <ac:spMkLst>
            <pc:docMk/>
            <pc:sldMk cId="1373323216" sldId="261"/>
            <ac:spMk id="14" creationId="{E659831F-0D9A-4C63-9EBB-8435B85A440F}"/>
          </ac:spMkLst>
        </pc:spChg>
        <pc:spChg chg="add del">
          <ac:chgData name="Hadia Akbar" userId="19362115565_tp_box_2" providerId="OAuth2" clId="{FF77DECD-7ECC-48F4-BF82-9D4D4E0BE774}" dt="2026-08-04T05:26:15.777" v="336" actId="26606"/>
          <ac:spMkLst>
            <pc:docMk/>
            <pc:sldMk cId="1373323216" sldId="261"/>
            <ac:spMk id="15" creationId="{D5B0017B-2ECA-49AF-B397-DC140825DF8D}"/>
          </ac:spMkLst>
        </pc:spChg>
        <pc:spChg chg="add del">
          <ac:chgData name="Hadia Akbar" userId="19362115565_tp_box_2" providerId="OAuth2" clId="{FF77DECD-7ECC-48F4-BF82-9D4D4E0BE774}" dt="2026-08-04T05:29:14.178" v="398" actId="26606"/>
          <ac:spMkLst>
            <pc:docMk/>
            <pc:sldMk cId="1373323216" sldId="261"/>
            <ac:spMk id="19" creationId="{081EA652-8C6A-4E69-BEB9-170809474553}"/>
          </ac:spMkLst>
        </pc:spChg>
        <pc:spChg chg="add del">
          <ac:chgData name="Hadia Akbar" userId="19362115565_tp_box_2" providerId="OAuth2" clId="{FF77DECD-7ECC-48F4-BF82-9D4D4E0BE774}" dt="2026-08-04T05:28:48.830" v="393" actId="26606"/>
          <ac:spMkLst>
            <pc:docMk/>
            <pc:sldMk cId="1373323216" sldId="261"/>
            <ac:spMk id="20" creationId="{35DB3719-6FDC-4E5D-891D-FF40B7300F64}"/>
          </ac:spMkLst>
        </pc:spChg>
        <pc:spChg chg="add del">
          <ac:chgData name="Hadia Akbar" userId="19362115565_tp_box_2" providerId="OAuth2" clId="{FF77DECD-7ECC-48F4-BF82-9D4D4E0BE774}" dt="2026-08-04T05:29:14.178" v="398" actId="26606"/>
          <ac:spMkLst>
            <pc:docMk/>
            <pc:sldMk cId="1373323216" sldId="261"/>
            <ac:spMk id="21" creationId="{5298780A-33B9-4EA2-8F67-DE68AD62841B}"/>
          </ac:spMkLst>
        </pc:spChg>
        <pc:spChg chg="add del">
          <ac:chgData name="Hadia Akbar" userId="19362115565_tp_box_2" providerId="OAuth2" clId="{FF77DECD-7ECC-48F4-BF82-9D4D4E0BE774}" dt="2026-08-04T05:28:48.830" v="393" actId="26606"/>
          <ac:spMkLst>
            <pc:docMk/>
            <pc:sldMk cId="1373323216" sldId="261"/>
            <ac:spMk id="22" creationId="{E0CBAC23-2E3F-4A90-BA59-F8299F6A5439}"/>
          </ac:spMkLst>
        </pc:spChg>
        <pc:spChg chg="add del">
          <ac:chgData name="Hadia Akbar" userId="19362115565_tp_box_2" providerId="OAuth2" clId="{FF77DECD-7ECC-48F4-BF82-9D4D4E0BE774}" dt="2026-08-04T05:29:14.178" v="398" actId="26606"/>
          <ac:spMkLst>
            <pc:docMk/>
            <pc:sldMk cId="1373323216" sldId="261"/>
            <ac:spMk id="23" creationId="{7F488E8B-4E1E-4402-8935-D4E6C02615C7}"/>
          </ac:spMkLst>
        </pc:spChg>
        <pc:spChg chg="add del">
          <ac:chgData name="Hadia Akbar" userId="19362115565_tp_box_2" providerId="OAuth2" clId="{FF77DECD-7ECC-48F4-BF82-9D4D4E0BE774}" dt="2026-08-04T05:28:54.076" v="395" actId="26606"/>
          <ac:spMkLst>
            <pc:docMk/>
            <pc:sldMk cId="1373323216" sldId="261"/>
            <ac:spMk id="24" creationId="{DBF61EA3-B236-439E-9C0B-340980D56BEE}"/>
          </ac:spMkLst>
        </pc:spChg>
        <pc:spChg chg="add del">
          <ac:chgData name="Hadia Akbar" userId="19362115565_tp_box_2" providerId="OAuth2" clId="{FF77DECD-7ECC-48F4-BF82-9D4D4E0BE774}" dt="2026-08-04T05:28:54.076" v="395" actId="26606"/>
          <ac:spMkLst>
            <pc:docMk/>
            <pc:sldMk cId="1373323216" sldId="261"/>
            <ac:spMk id="28" creationId="{E659831F-0D9A-4C63-9EBB-8435B85A440F}"/>
          </ac:spMkLst>
        </pc:spChg>
        <pc:spChg chg="add del mod">
          <ac:chgData name="Hadia Akbar" userId="19362115565_tp_box_2" providerId="OAuth2" clId="{FF77DECD-7ECC-48F4-BF82-9D4D4E0BE774}" dt="2026-08-04T05:37:43.760" v="1089" actId="26606"/>
          <ac:spMkLst>
            <pc:docMk/>
            <pc:sldMk cId="1373323216" sldId="261"/>
            <ac:spMk id="31" creationId="{3C9AD445-1474-C8CD-6A03-1870CA6CA0DE}"/>
          </ac:spMkLst>
        </pc:spChg>
        <pc:spChg chg="add del">
          <ac:chgData name="Hadia Akbar" userId="19362115565_tp_box_2" providerId="OAuth2" clId="{FF77DECD-7ECC-48F4-BF82-9D4D4E0BE774}" dt="2026-08-04T05:37:43.760" v="1089" actId="26606"/>
          <ac:spMkLst>
            <pc:docMk/>
            <pc:sldMk cId="1373323216" sldId="261"/>
            <ac:spMk id="36" creationId="{DAF1966E-FD40-4A4A-B61B-C4DF7FA05F06}"/>
          </ac:spMkLst>
        </pc:spChg>
        <pc:spChg chg="add del">
          <ac:chgData name="Hadia Akbar" userId="19362115565_tp_box_2" providerId="OAuth2" clId="{FF77DECD-7ECC-48F4-BF82-9D4D4E0BE774}" dt="2026-08-04T05:37:43.760" v="1089" actId="26606"/>
          <ac:spMkLst>
            <pc:docMk/>
            <pc:sldMk cId="1373323216" sldId="261"/>
            <ac:spMk id="38" creationId="{047BFA19-D45E-416B-A404-7AF2F3F27017}"/>
          </ac:spMkLst>
        </pc:spChg>
        <pc:spChg chg="add del">
          <ac:chgData name="Hadia Akbar" userId="19362115565_tp_box_2" providerId="OAuth2" clId="{FF77DECD-7ECC-48F4-BF82-9D4D4E0BE774}" dt="2026-08-04T05:37:43.760" v="1089" actId="26606"/>
          <ac:spMkLst>
            <pc:docMk/>
            <pc:sldMk cId="1373323216" sldId="261"/>
            <ac:spMk id="40" creationId="{8E0105E7-23DB-4CF2-8258-FF47C7620F6E}"/>
          </ac:spMkLst>
        </pc:spChg>
        <pc:spChg chg="add del">
          <ac:chgData name="Hadia Akbar" userId="19362115565_tp_box_2" providerId="OAuth2" clId="{FF77DECD-7ECC-48F4-BF82-9D4D4E0BE774}" dt="2026-08-04T05:37:43.760" v="1089" actId="26606"/>
          <ac:spMkLst>
            <pc:docMk/>
            <pc:sldMk cId="1373323216" sldId="261"/>
            <ac:spMk id="42" creationId="{074B4F7D-14B2-478B-8BF5-01E4E0C5D263}"/>
          </ac:spMkLst>
        </pc:spChg>
        <pc:spChg chg="add del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48" creationId="{BACC6370-2D7E-4714-9D71-7542949D7D5D}"/>
          </ac:spMkLst>
        </pc:spChg>
        <pc:spChg chg="add del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50" creationId="{F68B3F68-107C-434F-AA38-110D5EA91B85}"/>
          </ac:spMkLst>
        </pc:spChg>
        <pc:spChg chg="add del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52" creationId="{AAD0DBB9-1A4B-4391-81D4-CB19F9AB918A}"/>
          </ac:spMkLst>
        </pc:spChg>
        <pc:spChg chg="add del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54" creationId="{063BBA22-50EA-4C4D-BE05-F1CE4E63AA56}"/>
          </ac:spMkLst>
        </pc:spChg>
        <pc:spChg chg="add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59" creationId="{BACC6370-2D7E-4714-9D71-7542949D7D5D}"/>
          </ac:spMkLst>
        </pc:spChg>
        <pc:spChg chg="add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61" creationId="{F68B3F68-107C-434F-AA38-110D5EA91B85}"/>
          </ac:spMkLst>
        </pc:spChg>
        <pc:spChg chg="add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63" creationId="{AAD0DBB9-1A4B-4391-81D4-CB19F9AB918A}"/>
          </ac:spMkLst>
        </pc:spChg>
        <pc:spChg chg="add">
          <ac:chgData name="Hadia Akbar" userId="19362115565_tp_box_2" providerId="OAuth2" clId="{FF77DECD-7ECC-48F4-BF82-9D4D4E0BE774}" dt="2026-08-04T05:39:30.110" v="1161" actId="26606"/>
          <ac:spMkLst>
            <pc:docMk/>
            <pc:sldMk cId="1373323216" sldId="261"/>
            <ac:spMk id="65" creationId="{063BBA22-50EA-4C4D-BE05-F1CE4E63AA56}"/>
          </ac:spMkLst>
        </pc:spChg>
        <pc:grpChg chg="add del">
          <ac:chgData name="Hadia Akbar" userId="19362115565_tp_box_2" providerId="OAuth2" clId="{FF77DECD-7ECC-48F4-BF82-9D4D4E0BE774}" dt="2026-08-04T05:28:54.093" v="396" actId="26606"/>
          <ac:grpSpMkLst>
            <pc:docMk/>
            <pc:sldMk cId="1373323216" sldId="261"/>
            <ac:grpSpMk id="6" creationId="{28FAF094-D087-493F-8DF9-A486C2D6BBAA}"/>
          </ac:grpSpMkLst>
        </pc:grpChg>
        <pc:grpChg chg="add del">
          <ac:chgData name="Hadia Akbar" userId="19362115565_tp_box_2" providerId="OAuth2" clId="{FF77DECD-7ECC-48F4-BF82-9D4D4E0BE774}" dt="2026-08-04T05:26:15.777" v="336" actId="26606"/>
          <ac:grpSpMkLst>
            <pc:docMk/>
            <pc:sldMk cId="1373323216" sldId="261"/>
            <ac:grpSpMk id="10" creationId="{AE1C45F0-260A-458C-96ED-C1F6D2151219}"/>
          </ac:grpSpMkLst>
        </pc:grpChg>
        <pc:grpChg chg="add del">
          <ac:chgData name="Hadia Akbar" userId="19362115565_tp_box_2" providerId="OAuth2" clId="{FF77DECD-7ECC-48F4-BF82-9D4D4E0BE774}" dt="2026-08-04T05:28:54.076" v="395" actId="26606"/>
          <ac:grpSpMkLst>
            <pc:docMk/>
            <pc:sldMk cId="1373323216" sldId="261"/>
            <ac:grpSpMk id="25" creationId="{28FAF094-D087-493F-8DF9-A486C2D6BBAA}"/>
          </ac:grpSpMkLst>
        </pc:grpChg>
        <pc:graphicFrameChg chg="add del">
          <ac:chgData name="Hadia Akbar" userId="19362115565_tp_box_2" providerId="OAuth2" clId="{FF77DECD-7ECC-48F4-BF82-9D4D4E0BE774}" dt="2026-08-04T05:28:48.830" v="393" actId="26606"/>
          <ac:graphicFrameMkLst>
            <pc:docMk/>
            <pc:sldMk cId="1373323216" sldId="261"/>
            <ac:graphicFrameMk id="16" creationId="{BA206EFC-52CA-1D74-35EB-53FFA67EC502}"/>
          </ac:graphicFrameMkLst>
        </pc:graphicFrameChg>
        <pc:graphicFrameChg chg="add del">
          <ac:chgData name="Hadia Akbar" userId="19362115565_tp_box_2" providerId="OAuth2" clId="{FF77DECD-7ECC-48F4-BF82-9D4D4E0BE774}" dt="2026-08-04T05:28:54.076" v="395" actId="26606"/>
          <ac:graphicFrameMkLst>
            <pc:docMk/>
            <pc:sldMk cId="1373323216" sldId="261"/>
            <ac:graphicFrameMk id="29" creationId="{05D675BB-14DB-66CA-AB5E-3ECB5BBAE603}"/>
          </ac:graphicFrameMkLst>
        </pc:graphicFrameChg>
        <pc:graphicFrameChg chg="del mod modGraphic">
          <ac:chgData name="Hadia Akbar" userId="19362115565_tp_box_2" providerId="OAuth2" clId="{FF77DECD-7ECC-48F4-BF82-9D4D4E0BE774}" dt="2026-08-04T05:51:26.376" v="1204" actId="21"/>
          <ac:graphicFrameMkLst>
            <pc:docMk/>
            <pc:sldMk cId="1373323216" sldId="261"/>
            <ac:graphicFrameMk id="44" creationId="{32770E54-EA9A-8900-77E3-868AFB717EF4}"/>
          </ac:graphicFrameMkLst>
        </pc:graphicFrameChg>
        <pc:cxnChg chg="add del">
          <ac:chgData name="Hadia Akbar" userId="19362115565_tp_box_2" providerId="OAuth2" clId="{FF77DECD-7ECC-48F4-BF82-9D4D4E0BE774}" dt="2026-08-04T05:26:15.777" v="336" actId="26606"/>
          <ac:cxnSpMkLst>
            <pc:docMk/>
            <pc:sldMk cId="1373323216" sldId="261"/>
            <ac:cxnSpMk id="17" creationId="{6CF1BAF6-AD41-4082-B212-8A1F9A2E8779}"/>
          </ac:cxnSpMkLst>
        </pc:cxnChg>
      </pc:sldChg>
      <pc:sldChg chg="addSp delSp modSp new mod ord setBg">
        <pc:chgData name="Hadia Akbar" userId="19362115565_tp_box_2" providerId="OAuth2" clId="{FF77DECD-7ECC-48F4-BF82-9D4D4E0BE774}" dt="2026-08-04T18:03:23.726" v="1483" actId="14100"/>
        <pc:sldMkLst>
          <pc:docMk/>
          <pc:sldMk cId="1860897597" sldId="262"/>
        </pc:sldMkLst>
        <pc:spChg chg="mod">
          <ac:chgData name="Hadia Akbar" userId="19362115565_tp_box_2" providerId="OAuth2" clId="{FF77DECD-7ECC-48F4-BF82-9D4D4E0BE774}" dt="2026-08-04T18:03:23.726" v="1483" actId="14100"/>
          <ac:spMkLst>
            <pc:docMk/>
            <pc:sldMk cId="1860897597" sldId="262"/>
            <ac:spMk id="2" creationId="{82135AE4-D2DF-F18B-908D-5801E8171ADD}"/>
          </ac:spMkLst>
        </pc:spChg>
        <pc:spChg chg="del mod">
          <ac:chgData name="Hadia Akbar" userId="19362115565_tp_box_2" providerId="OAuth2" clId="{FF77DECD-7ECC-48F4-BF82-9D4D4E0BE774}" dt="2026-08-04T05:52:50.624" v="1225" actId="26606"/>
          <ac:spMkLst>
            <pc:docMk/>
            <pc:sldMk cId="1860897597" sldId="262"/>
            <ac:spMk id="3" creationId="{91978F05-3323-6D1A-D1CF-C2C336595EFC}"/>
          </ac:spMkLst>
        </pc:spChg>
        <pc:spChg chg="add del">
          <ac:chgData name="Hadia Akbar" userId="19362115565_tp_box_2" providerId="OAuth2" clId="{FF77DECD-7ECC-48F4-BF82-9D4D4E0BE774}" dt="2026-08-04T05:57:03.252" v="1438" actId="26606"/>
          <ac:spMkLst>
            <pc:docMk/>
            <pc:sldMk cId="1860897597" sldId="262"/>
            <ac:spMk id="10" creationId="{2659FDB4-FCBE-4A89-B46D-43D4FA54464D}"/>
          </ac:spMkLst>
        </pc:spChg>
        <pc:spChg chg="add del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14" creationId="{5F937BBF-9326-4230-AB1B-F1795E350559}"/>
          </ac:spMkLst>
        </pc:spChg>
        <pc:spChg chg="add del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15" creationId="{BC68A55F-7B32-44D8-AEE5-1AF40532656C}"/>
          </ac:spMkLst>
        </pc:spChg>
        <pc:spChg chg="add del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16" creationId="{CD1AAA2C-FBBE-42AA-B869-31D524B7653F}"/>
          </ac:spMkLst>
        </pc:spChg>
        <pc:spChg chg="add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21" creationId="{44AD29B6-BF3B-4407-9E75-52DF8E3B29F1}"/>
          </ac:spMkLst>
        </pc:spChg>
        <pc:spChg chg="add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23" creationId="{55F8BA08-3E38-4B70-B93A-74F08E092206}"/>
          </ac:spMkLst>
        </pc:spChg>
        <pc:spChg chg="add">
          <ac:chgData name="Hadia Akbar" userId="19362115565_tp_box_2" providerId="OAuth2" clId="{FF77DECD-7ECC-48F4-BF82-9D4D4E0BE774}" dt="2026-08-04T05:58:01.491" v="1464" actId="26606"/>
          <ac:spMkLst>
            <pc:docMk/>
            <pc:sldMk cId="1860897597" sldId="262"/>
            <ac:spMk id="25" creationId="{357F1B33-79AB-4A71-8CEC-4546D709B8C8}"/>
          </ac:spMkLst>
        </pc:spChg>
        <pc:graphicFrameChg chg="add mod modGraphic">
          <ac:chgData name="Hadia Akbar" userId="19362115565_tp_box_2" providerId="OAuth2" clId="{FF77DECD-7ECC-48F4-BF82-9D4D4E0BE774}" dt="2026-08-04T05:58:19.818" v="1467" actId="12100"/>
          <ac:graphicFrameMkLst>
            <pc:docMk/>
            <pc:sldMk cId="1860897597" sldId="262"/>
            <ac:graphicFrameMk id="5" creationId="{7990CB0E-8803-D419-DBC6-4068A222A4E0}"/>
          </ac:graphicFrameMkLst>
        </pc:graphicFrameChg>
        <pc:cxnChg chg="add del">
          <ac:chgData name="Hadia Akbar" userId="19362115565_tp_box_2" providerId="OAuth2" clId="{FF77DECD-7ECC-48F4-BF82-9D4D4E0BE774}" dt="2026-08-04T05:57:03.252" v="1438" actId="26606"/>
          <ac:cxnSpMkLst>
            <pc:docMk/>
            <pc:sldMk cId="1860897597" sldId="262"/>
            <ac:cxnSpMk id="12" creationId="{C8F51B3F-8331-4E4A-AE96-D47B1006EEAD}"/>
          </ac:cxnSpMkLst>
        </pc:cxnChg>
      </pc:sldChg>
      <pc:sldChg chg="new del">
        <pc:chgData name="Hadia Akbar" userId="19362115565_tp_box_2" providerId="OAuth2" clId="{FF77DECD-7ECC-48F4-BF82-9D4D4E0BE774}" dt="2026-08-04T05:38:54.604" v="1153" actId="680"/>
        <pc:sldMkLst>
          <pc:docMk/>
          <pc:sldMk cId="505686083" sldId="263"/>
        </pc:sldMkLst>
      </pc:sldChg>
      <pc:sldChg chg="addSp delSp modSp new del mod">
        <pc:chgData name="Hadia Akbar" userId="19362115565_tp_box_2" providerId="OAuth2" clId="{FF77DECD-7ECC-48F4-BF82-9D4D4E0BE774}" dt="2026-08-04T05:56:41.899" v="1414" actId="47"/>
        <pc:sldMkLst>
          <pc:docMk/>
          <pc:sldMk cId="2207539272" sldId="263"/>
        </pc:sldMkLst>
        <pc:spChg chg="mod">
          <ac:chgData name="Hadia Akbar" userId="19362115565_tp_box_2" providerId="OAuth2" clId="{FF77DECD-7ECC-48F4-BF82-9D4D4E0BE774}" dt="2026-08-04T05:52:14.903" v="1221" actId="403"/>
          <ac:spMkLst>
            <pc:docMk/>
            <pc:sldMk cId="2207539272" sldId="263"/>
            <ac:spMk id="2" creationId="{EC5BB3DC-9F57-5579-32FA-021D9B6E4B8A}"/>
          </ac:spMkLst>
        </pc:spChg>
        <pc:spChg chg="del">
          <ac:chgData name="Hadia Akbar" userId="19362115565_tp_box_2" providerId="OAuth2" clId="{FF77DECD-7ECC-48F4-BF82-9D4D4E0BE774}" dt="2026-08-04T05:51:42.019" v="1217" actId="478"/>
          <ac:spMkLst>
            <pc:docMk/>
            <pc:sldMk cId="2207539272" sldId="263"/>
            <ac:spMk id="3" creationId="{273C70FF-DD64-21E8-E3DA-C2B7452D6636}"/>
          </ac:spMkLst>
        </pc:spChg>
        <pc:graphicFrameChg chg="add del mod">
          <ac:chgData name="Hadia Akbar" userId="19362115565_tp_box_2" providerId="OAuth2" clId="{FF77DECD-7ECC-48F4-BF82-9D4D4E0BE774}" dt="2026-08-04T05:56:40.265" v="1413" actId="478"/>
          <ac:graphicFrameMkLst>
            <pc:docMk/>
            <pc:sldMk cId="2207539272" sldId="263"/>
            <ac:graphicFrameMk id="44" creationId="{32770E54-EA9A-8900-77E3-868AFB717EF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819EA-3386-42B9-9077-01AD17EAD6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586CA8-3EC6-48CA-B79D-D07FF68BD529}">
      <dgm:prSet/>
      <dgm:spPr/>
      <dgm:t>
        <a:bodyPr/>
        <a:lstStyle/>
        <a:p>
          <a:r>
            <a:rPr lang="en-US" dirty="0"/>
            <a:t>Representing agricultural uses</a:t>
          </a:r>
        </a:p>
      </dgm:t>
    </dgm:pt>
    <dgm:pt modelId="{E7C6BEE5-CAB7-46B6-82B7-A7C9A6D9B278}" type="parTrans" cxnId="{28C76348-5284-4697-A09F-4A3E3EAF2D51}">
      <dgm:prSet/>
      <dgm:spPr/>
      <dgm:t>
        <a:bodyPr/>
        <a:lstStyle/>
        <a:p>
          <a:endParaRPr lang="en-US"/>
        </a:p>
      </dgm:t>
    </dgm:pt>
    <dgm:pt modelId="{26305A9A-C2C4-4E74-B0F2-9C320C9C54F4}" type="sibTrans" cxnId="{28C76348-5284-4697-A09F-4A3E3EAF2D51}">
      <dgm:prSet/>
      <dgm:spPr/>
      <dgm:t>
        <a:bodyPr/>
        <a:lstStyle/>
        <a:p>
          <a:endParaRPr lang="en-US"/>
        </a:p>
      </dgm:t>
    </dgm:pt>
    <dgm:pt modelId="{6191EFCA-CE56-462E-9C65-7FB76756A66E}">
      <dgm:prSet/>
      <dgm:spPr/>
      <dgm:t>
        <a:bodyPr/>
        <a:lstStyle/>
        <a:p>
          <a:r>
            <a:rPr lang="en-US"/>
            <a:t>All depletions occur in summer. </a:t>
          </a:r>
        </a:p>
      </dgm:t>
    </dgm:pt>
    <dgm:pt modelId="{3BB52197-539F-43F6-AE14-6D8B8F35CEEB}" type="parTrans" cxnId="{58EF06A1-C8A6-4715-A751-1897016FCA27}">
      <dgm:prSet/>
      <dgm:spPr/>
      <dgm:t>
        <a:bodyPr/>
        <a:lstStyle/>
        <a:p>
          <a:endParaRPr lang="en-US"/>
        </a:p>
      </dgm:t>
    </dgm:pt>
    <dgm:pt modelId="{0B9AFA3A-0187-4307-AB30-91172D67F140}" type="sibTrans" cxnId="{58EF06A1-C8A6-4715-A751-1897016FCA27}">
      <dgm:prSet/>
      <dgm:spPr/>
      <dgm:t>
        <a:bodyPr/>
        <a:lstStyle/>
        <a:p>
          <a:endParaRPr lang="en-US"/>
        </a:p>
      </dgm:t>
    </dgm:pt>
    <dgm:pt modelId="{1BDCAD06-E9C5-40A9-ACE1-32C04E08A483}">
      <dgm:prSet/>
      <dgm:spPr/>
      <dgm:t>
        <a:bodyPr/>
        <a:lstStyle/>
        <a:p>
          <a:r>
            <a:rPr lang="en-US"/>
            <a:t>Historic water use = proxy to allowable use</a:t>
          </a:r>
        </a:p>
      </dgm:t>
    </dgm:pt>
    <dgm:pt modelId="{D9521B96-25A3-4CB8-8A5C-7D7FAA90C562}" type="parTrans" cxnId="{DE9EEC1A-77F3-4F2F-98D1-DABA229CF423}">
      <dgm:prSet/>
      <dgm:spPr/>
      <dgm:t>
        <a:bodyPr/>
        <a:lstStyle/>
        <a:p>
          <a:endParaRPr lang="en-US"/>
        </a:p>
      </dgm:t>
    </dgm:pt>
    <dgm:pt modelId="{E044F888-5014-4F34-9D1F-5266E59BD480}" type="sibTrans" cxnId="{DE9EEC1A-77F3-4F2F-98D1-DABA229CF423}">
      <dgm:prSet/>
      <dgm:spPr/>
      <dgm:t>
        <a:bodyPr/>
        <a:lstStyle/>
        <a:p>
          <a:endParaRPr lang="en-US"/>
        </a:p>
      </dgm:t>
    </dgm:pt>
    <dgm:pt modelId="{81732352-DC5F-496D-8C27-4D8928214C72}">
      <dgm:prSet/>
      <dgm:spPr/>
      <dgm:t>
        <a:bodyPr/>
        <a:lstStyle/>
        <a:p>
          <a:r>
            <a:rPr lang="en-US"/>
            <a:t>Store winter flows. Allocate summer natural flows to users based on historic flows.</a:t>
          </a:r>
        </a:p>
      </dgm:t>
    </dgm:pt>
    <dgm:pt modelId="{99E76306-419E-431E-AA29-923E484297F1}" type="parTrans" cxnId="{99FFD53D-ABD9-4319-B6B8-5817006C37FA}">
      <dgm:prSet/>
      <dgm:spPr/>
      <dgm:t>
        <a:bodyPr/>
        <a:lstStyle/>
        <a:p>
          <a:endParaRPr lang="en-US"/>
        </a:p>
      </dgm:t>
    </dgm:pt>
    <dgm:pt modelId="{AC5229AD-8849-44C5-A507-9AEF0F3D6340}" type="sibTrans" cxnId="{99FFD53D-ABD9-4319-B6B8-5817006C37FA}">
      <dgm:prSet/>
      <dgm:spPr/>
      <dgm:t>
        <a:bodyPr/>
        <a:lstStyle/>
        <a:p>
          <a:endParaRPr lang="en-US"/>
        </a:p>
      </dgm:t>
    </dgm:pt>
    <dgm:pt modelId="{979A6407-7D95-402A-AF18-F494419A9494}">
      <dgm:prSet/>
      <dgm:spPr/>
      <dgm:t>
        <a:bodyPr/>
        <a:lstStyle/>
        <a:p>
          <a:r>
            <a:rPr lang="en-US"/>
            <a:t>Conserved water becomes available for following years, cannot be sold later.</a:t>
          </a:r>
        </a:p>
      </dgm:t>
    </dgm:pt>
    <dgm:pt modelId="{FAB09760-03AD-4077-83D7-09E8EA2F46D8}" type="parTrans" cxnId="{7F802EBD-B4DB-400F-84DF-CA1DDD1B1FD7}">
      <dgm:prSet/>
      <dgm:spPr/>
      <dgm:t>
        <a:bodyPr/>
        <a:lstStyle/>
        <a:p>
          <a:endParaRPr lang="en-US"/>
        </a:p>
      </dgm:t>
    </dgm:pt>
    <dgm:pt modelId="{73395DF5-8BD2-4F43-A233-CE71101C4E7A}" type="sibTrans" cxnId="{7F802EBD-B4DB-400F-84DF-CA1DDD1B1FD7}">
      <dgm:prSet/>
      <dgm:spPr/>
      <dgm:t>
        <a:bodyPr/>
        <a:lstStyle/>
        <a:p>
          <a:endParaRPr lang="en-US"/>
        </a:p>
      </dgm:t>
    </dgm:pt>
    <dgm:pt modelId="{BB7FB346-4D37-4F3F-B3BE-F14C819901AF}" type="pres">
      <dgm:prSet presAssocID="{332819EA-3386-42B9-9077-01AD17EAD6CF}" presName="linear" presStyleCnt="0">
        <dgm:presLayoutVars>
          <dgm:animLvl val="lvl"/>
          <dgm:resizeHandles val="exact"/>
        </dgm:presLayoutVars>
      </dgm:prSet>
      <dgm:spPr/>
    </dgm:pt>
    <dgm:pt modelId="{58336DFE-FB7D-4F4F-89A5-C15DB3DFC1C3}" type="pres">
      <dgm:prSet presAssocID="{96586CA8-3EC6-48CA-B79D-D07FF68BD52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BBFA29F-A02E-4C2B-B069-A99753A6B9E2}" type="pres">
      <dgm:prSet presAssocID="{26305A9A-C2C4-4E74-B0F2-9C320C9C54F4}" presName="spacer" presStyleCnt="0"/>
      <dgm:spPr/>
    </dgm:pt>
    <dgm:pt modelId="{E17F7417-71EF-47F6-9FD3-E5C8543F8F06}" type="pres">
      <dgm:prSet presAssocID="{6191EFCA-CE56-462E-9C65-7FB76756A6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F932AF3-9C5C-4A04-A625-F6D36BDEFD20}" type="pres">
      <dgm:prSet presAssocID="{0B9AFA3A-0187-4307-AB30-91172D67F140}" presName="spacer" presStyleCnt="0"/>
      <dgm:spPr/>
    </dgm:pt>
    <dgm:pt modelId="{C0326A5D-C028-4AD8-A208-71E1C9E1173A}" type="pres">
      <dgm:prSet presAssocID="{1BDCAD06-E9C5-40A9-ACE1-32C04E08A48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4E381AB-6A09-4538-B60D-C00709A9ED73}" type="pres">
      <dgm:prSet presAssocID="{E044F888-5014-4F34-9D1F-5266E59BD480}" presName="spacer" presStyleCnt="0"/>
      <dgm:spPr/>
    </dgm:pt>
    <dgm:pt modelId="{79E31495-6943-4F1A-A771-5E3E2983A4BE}" type="pres">
      <dgm:prSet presAssocID="{81732352-DC5F-496D-8C27-4D8928214C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A6B852-44A5-42E7-9445-7B5E1A1C56C4}" type="pres">
      <dgm:prSet presAssocID="{AC5229AD-8849-44C5-A507-9AEF0F3D6340}" presName="spacer" presStyleCnt="0"/>
      <dgm:spPr/>
    </dgm:pt>
    <dgm:pt modelId="{3DF2B3B6-3B2F-4B1F-A43E-B945C0780DEA}" type="pres">
      <dgm:prSet presAssocID="{979A6407-7D95-402A-AF18-F494419A949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EB60903-B9FD-409C-A856-01C7DF0D6CA1}" type="presOf" srcId="{96586CA8-3EC6-48CA-B79D-D07FF68BD529}" destId="{58336DFE-FB7D-4F4F-89A5-C15DB3DFC1C3}" srcOrd="0" destOrd="0" presId="urn:microsoft.com/office/officeart/2005/8/layout/vList2"/>
    <dgm:cxn modelId="{DE9EEC1A-77F3-4F2F-98D1-DABA229CF423}" srcId="{332819EA-3386-42B9-9077-01AD17EAD6CF}" destId="{1BDCAD06-E9C5-40A9-ACE1-32C04E08A483}" srcOrd="2" destOrd="0" parTransId="{D9521B96-25A3-4CB8-8A5C-7D7FAA90C562}" sibTransId="{E044F888-5014-4F34-9D1F-5266E59BD480}"/>
    <dgm:cxn modelId="{E6538B34-7F10-4029-BBB0-CA18E3AEE73B}" type="presOf" srcId="{1BDCAD06-E9C5-40A9-ACE1-32C04E08A483}" destId="{C0326A5D-C028-4AD8-A208-71E1C9E1173A}" srcOrd="0" destOrd="0" presId="urn:microsoft.com/office/officeart/2005/8/layout/vList2"/>
    <dgm:cxn modelId="{99FFD53D-ABD9-4319-B6B8-5817006C37FA}" srcId="{332819EA-3386-42B9-9077-01AD17EAD6CF}" destId="{81732352-DC5F-496D-8C27-4D8928214C72}" srcOrd="3" destOrd="0" parTransId="{99E76306-419E-431E-AA29-923E484297F1}" sibTransId="{AC5229AD-8849-44C5-A507-9AEF0F3D6340}"/>
    <dgm:cxn modelId="{648E0066-5FBE-40AE-9B87-68EFBF5AE146}" type="presOf" srcId="{979A6407-7D95-402A-AF18-F494419A9494}" destId="{3DF2B3B6-3B2F-4B1F-A43E-B945C0780DEA}" srcOrd="0" destOrd="0" presId="urn:microsoft.com/office/officeart/2005/8/layout/vList2"/>
    <dgm:cxn modelId="{28C76348-5284-4697-A09F-4A3E3EAF2D51}" srcId="{332819EA-3386-42B9-9077-01AD17EAD6CF}" destId="{96586CA8-3EC6-48CA-B79D-D07FF68BD529}" srcOrd="0" destOrd="0" parTransId="{E7C6BEE5-CAB7-46B6-82B7-A7C9A6D9B278}" sibTransId="{26305A9A-C2C4-4E74-B0F2-9C320C9C54F4}"/>
    <dgm:cxn modelId="{19BF5E7A-E250-4B3B-979D-312BA2030CA9}" type="presOf" srcId="{332819EA-3386-42B9-9077-01AD17EAD6CF}" destId="{BB7FB346-4D37-4F3F-B3BE-F14C819901AF}" srcOrd="0" destOrd="0" presId="urn:microsoft.com/office/officeart/2005/8/layout/vList2"/>
    <dgm:cxn modelId="{58EF06A1-C8A6-4715-A751-1897016FCA27}" srcId="{332819EA-3386-42B9-9077-01AD17EAD6CF}" destId="{6191EFCA-CE56-462E-9C65-7FB76756A66E}" srcOrd="1" destOrd="0" parTransId="{3BB52197-539F-43F6-AE14-6D8B8F35CEEB}" sibTransId="{0B9AFA3A-0187-4307-AB30-91172D67F140}"/>
    <dgm:cxn modelId="{7F802EBD-B4DB-400F-84DF-CA1DDD1B1FD7}" srcId="{332819EA-3386-42B9-9077-01AD17EAD6CF}" destId="{979A6407-7D95-402A-AF18-F494419A9494}" srcOrd="4" destOrd="0" parTransId="{FAB09760-03AD-4077-83D7-09E8EA2F46D8}" sibTransId="{73395DF5-8BD2-4F43-A233-CE71101C4E7A}"/>
    <dgm:cxn modelId="{EE92F8BE-38B8-4384-A9E7-C9EE84E51E9A}" type="presOf" srcId="{81732352-DC5F-496D-8C27-4D8928214C72}" destId="{79E31495-6943-4F1A-A771-5E3E2983A4BE}" srcOrd="0" destOrd="0" presId="urn:microsoft.com/office/officeart/2005/8/layout/vList2"/>
    <dgm:cxn modelId="{ECD03EF0-E02B-417D-B496-60F9CE7E6F44}" type="presOf" srcId="{6191EFCA-CE56-462E-9C65-7FB76756A66E}" destId="{E17F7417-71EF-47F6-9FD3-E5C8543F8F06}" srcOrd="0" destOrd="0" presId="urn:microsoft.com/office/officeart/2005/8/layout/vList2"/>
    <dgm:cxn modelId="{6B3D7F04-D94A-4FFF-8E7A-5CDD8E7965EA}" type="presParOf" srcId="{BB7FB346-4D37-4F3F-B3BE-F14C819901AF}" destId="{58336DFE-FB7D-4F4F-89A5-C15DB3DFC1C3}" srcOrd="0" destOrd="0" presId="urn:microsoft.com/office/officeart/2005/8/layout/vList2"/>
    <dgm:cxn modelId="{1F62C2B4-8009-4887-8210-B5423BC26676}" type="presParOf" srcId="{BB7FB346-4D37-4F3F-B3BE-F14C819901AF}" destId="{6BBFA29F-A02E-4C2B-B069-A99753A6B9E2}" srcOrd="1" destOrd="0" presId="urn:microsoft.com/office/officeart/2005/8/layout/vList2"/>
    <dgm:cxn modelId="{EAA332BF-C5BE-401A-90A8-47733B364B1D}" type="presParOf" srcId="{BB7FB346-4D37-4F3F-B3BE-F14C819901AF}" destId="{E17F7417-71EF-47F6-9FD3-E5C8543F8F06}" srcOrd="2" destOrd="0" presId="urn:microsoft.com/office/officeart/2005/8/layout/vList2"/>
    <dgm:cxn modelId="{35DC138E-F6B5-423A-99FB-CEEE7C92B941}" type="presParOf" srcId="{BB7FB346-4D37-4F3F-B3BE-F14C819901AF}" destId="{7F932AF3-9C5C-4A04-A625-F6D36BDEFD20}" srcOrd="3" destOrd="0" presId="urn:microsoft.com/office/officeart/2005/8/layout/vList2"/>
    <dgm:cxn modelId="{F80B63F2-C70B-4E94-BBCD-6F42A3A9669C}" type="presParOf" srcId="{BB7FB346-4D37-4F3F-B3BE-F14C819901AF}" destId="{C0326A5D-C028-4AD8-A208-71E1C9E1173A}" srcOrd="4" destOrd="0" presId="urn:microsoft.com/office/officeart/2005/8/layout/vList2"/>
    <dgm:cxn modelId="{44E1656F-62B4-4C62-B71E-FD154820BED0}" type="presParOf" srcId="{BB7FB346-4D37-4F3F-B3BE-F14C819901AF}" destId="{74E381AB-6A09-4538-B60D-C00709A9ED73}" srcOrd="5" destOrd="0" presId="urn:microsoft.com/office/officeart/2005/8/layout/vList2"/>
    <dgm:cxn modelId="{8AA7DE18-CBFA-4D35-9A1B-9EF0EF13E746}" type="presParOf" srcId="{BB7FB346-4D37-4F3F-B3BE-F14C819901AF}" destId="{79E31495-6943-4F1A-A771-5E3E2983A4BE}" srcOrd="6" destOrd="0" presId="urn:microsoft.com/office/officeart/2005/8/layout/vList2"/>
    <dgm:cxn modelId="{ACA4C36E-FA0C-45E3-91DC-8D764D1BA25F}" type="presParOf" srcId="{BB7FB346-4D37-4F3F-B3BE-F14C819901AF}" destId="{45A6B852-44A5-42E7-9445-7B5E1A1C56C4}" srcOrd="7" destOrd="0" presId="urn:microsoft.com/office/officeart/2005/8/layout/vList2"/>
    <dgm:cxn modelId="{ADBCC014-F458-4AC0-B630-75AE43427E2F}" type="presParOf" srcId="{BB7FB346-4D37-4F3F-B3BE-F14C819901AF}" destId="{3DF2B3B6-3B2F-4B1F-A43E-B945C0780DE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336DFE-FB7D-4F4F-89A5-C15DB3DFC1C3}">
      <dsp:nvSpPr>
        <dsp:cNvPr id="0" name=""/>
        <dsp:cNvSpPr/>
      </dsp:nvSpPr>
      <dsp:spPr>
        <a:xfrm>
          <a:off x="0" y="541244"/>
          <a:ext cx="6830568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Representing agricultural uses</a:t>
          </a:r>
        </a:p>
      </dsp:txBody>
      <dsp:txXfrm>
        <a:off x="52624" y="593868"/>
        <a:ext cx="6725320" cy="972760"/>
      </dsp:txXfrm>
    </dsp:sp>
    <dsp:sp modelId="{E17F7417-71EF-47F6-9FD3-E5C8543F8F06}">
      <dsp:nvSpPr>
        <dsp:cNvPr id="0" name=""/>
        <dsp:cNvSpPr/>
      </dsp:nvSpPr>
      <dsp:spPr>
        <a:xfrm>
          <a:off x="0" y="1697012"/>
          <a:ext cx="6830568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All depletions occur in summer. </a:t>
          </a:r>
        </a:p>
      </dsp:txBody>
      <dsp:txXfrm>
        <a:off x="52624" y="1749636"/>
        <a:ext cx="6725320" cy="972760"/>
      </dsp:txXfrm>
    </dsp:sp>
    <dsp:sp modelId="{C0326A5D-C028-4AD8-A208-71E1C9E1173A}">
      <dsp:nvSpPr>
        <dsp:cNvPr id="0" name=""/>
        <dsp:cNvSpPr/>
      </dsp:nvSpPr>
      <dsp:spPr>
        <a:xfrm>
          <a:off x="0" y="2852781"/>
          <a:ext cx="6830568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Historic water use = proxy to allowable use</a:t>
          </a:r>
        </a:p>
      </dsp:txBody>
      <dsp:txXfrm>
        <a:off x="52624" y="2905405"/>
        <a:ext cx="6725320" cy="972760"/>
      </dsp:txXfrm>
    </dsp:sp>
    <dsp:sp modelId="{79E31495-6943-4F1A-A771-5E3E2983A4BE}">
      <dsp:nvSpPr>
        <dsp:cNvPr id="0" name=""/>
        <dsp:cNvSpPr/>
      </dsp:nvSpPr>
      <dsp:spPr>
        <a:xfrm>
          <a:off x="0" y="4008550"/>
          <a:ext cx="6830568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Store winter flows. Allocate summer natural flows to users based on historic flows.</a:t>
          </a:r>
        </a:p>
      </dsp:txBody>
      <dsp:txXfrm>
        <a:off x="52624" y="4061174"/>
        <a:ext cx="6725320" cy="972760"/>
      </dsp:txXfrm>
    </dsp:sp>
    <dsp:sp modelId="{3DF2B3B6-3B2F-4B1F-A43E-B945C0780DEA}">
      <dsp:nvSpPr>
        <dsp:cNvPr id="0" name=""/>
        <dsp:cNvSpPr/>
      </dsp:nvSpPr>
      <dsp:spPr>
        <a:xfrm>
          <a:off x="0" y="5164319"/>
          <a:ext cx="6830568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Conserved water becomes available for following years, cannot be sold later.</a:t>
          </a:r>
        </a:p>
      </dsp:txBody>
      <dsp:txXfrm>
        <a:off x="52624" y="5216943"/>
        <a:ext cx="6725320" cy="972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F05C-4C32-48D7-B5AA-52291E73959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047DA-DF85-49A7-A268-9FD08E90B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4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047DA-DF85-49A7-A268-9FD08E90B9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74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E595-D90B-DCE3-7070-A57213E3E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41FD6-8A7A-BAD6-0983-AC22D2B19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37BE3-E747-7712-348A-4737A27B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203F2-EB4F-62DC-A622-D262F838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A2F6-D4C1-5527-B3A1-AE9352EB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3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0439-0CE5-A214-7DFF-94B9237E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41EB9-BF07-FCCD-D66F-237F192A2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5F70D-86CC-4D1A-686F-0E0BD00A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C890C-2536-5C18-00B2-4AC2C39D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77CF-A417-2700-62A8-EC0AD246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1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CEBD-15F6-0F88-A701-CFB3639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DADC7-C202-34E7-A5A9-5CD7FBB81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7E443-1C26-3778-550B-11CB63BE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E034A-DBB5-C084-FF1D-42338099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3937-AE16-3D26-0AFC-3D22044D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3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2162-B937-A53E-2C1A-AEF8F788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5E08-5C03-6066-359E-19E610527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4BA1-EE7B-3493-CF1D-1E68260F9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F9CC7-9D7F-CF06-CC27-F2BE510A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9151A-3C15-974B-40A6-52DAED4E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85CBF-5F21-D18B-3F5D-C5F85AC6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1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1720-61D3-296C-FD8A-A72F1421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6AA6-85DB-F559-20AD-697363EB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C0C0-363D-6CFD-D980-1AB8B41F5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B4CA7-CB89-F3B5-46B2-97D679777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4CE93-F3F3-EE99-9DE9-433469CA7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A99AA-58C8-F596-DF56-96C260B6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C8C1D-31D8-49AE-1D70-53256886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C18696-A34D-72CB-C339-43092E9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7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2E5A-E751-0FEA-FA76-D54AC16F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6CBD7-C9C2-ADDA-3134-23B21F2E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354E6-397D-8EA2-0E22-503D1F4D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82C69-7E6B-B145-FCC0-A788BB2B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16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F6D30-65F2-7E4D-0108-82C3FE48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21FEB-99DD-434C-4066-EC85BAAC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A8A07-144D-2BF8-DF22-5CDCA795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0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C406-B776-9492-AA37-0108FFF8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9042E-825B-08A6-5C53-9C257E86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21FEC-E25D-B65D-7C60-CC5FA10E3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31BB7-0C36-4B1B-58BF-833144F8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5F432-23CD-4381-273F-951DAC71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AC37E-37FE-EE1A-A0BC-B0D04A97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7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C5CD-C771-AF79-C534-081406AE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BA2E8-F77D-DDB2-9C15-1C30744C4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69FB9-3EAB-750B-D18E-79332A6DA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AE28-517E-F9A1-EE18-E34D2758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B730F-A670-D2B1-70B2-75A4E3FA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B3A06-18E1-9B70-299B-F17A5B93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6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16AD-BF82-602B-2230-6AF6C4BD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92291-E6FD-5841-55E0-E3DE5DEAE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219D-BB62-DCF8-EBE1-A19D1725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823E-A331-588F-1114-49DA631A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14CBB-CC0D-0322-5E14-D9CD2D71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5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CE94-8918-596E-93E1-A64D155A2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6EE1B-C711-6A49-542D-B3A500445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2E178-96EF-932D-88C1-81B1A803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D58BE-105F-7490-1D2A-71A8BCFC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A5EB9-9675-3A65-8256-66B0DFA8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2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947C3-2689-D96C-2C44-D45CB0FF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C0025-2332-D055-3DF6-5B356EC1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C7C92-A0D1-E0CD-4493-E67B69640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8E2ED-ACDD-48AE-BEAE-F9B835E4D92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44F4F-82E4-F46D-07F6-A9D340FA3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DB61D-6589-AC82-5B7D-117874A33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D1E90-63D6-40CF-A391-1F4F5A1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9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depicts a map showing various locations in the western United States, including Idaho, Wyoming, Salt Lake City, and Utah, with symbols representing cities and a plateau.&#10;&#10;AI-generated content may be incorrect.">
            <a:extLst>
              <a:ext uri="{FF2B5EF4-FFF2-40B4-BE49-F238E27FC236}">
                <a16:creationId xmlns:a16="http://schemas.microsoft.com/office/drawing/2014/main" id="{04C88557-323E-8174-ED33-F9A1E595A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54" b="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54F60-4CD2-714E-B25F-FB51C99D2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/>
              <a:t>Immersive Model for a Water Bank for Bear River Basin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A9286-92DA-528E-C4BD-BD456C809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Model Guide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61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C4B3-9A9B-ACA7-FD33-EA866B5A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94" y="762000"/>
            <a:ext cx="4436080" cy="140159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dirty="0"/>
              <a:t>A Tri-State Water Bank to Get More Water to the GSL</a:t>
            </a:r>
          </a:p>
        </p:txBody>
      </p:sp>
      <p:pic>
        <p:nvPicPr>
          <p:cNvPr id="18" name="Figure">
            <a:extLst>
              <a:ext uri="{FF2B5EF4-FFF2-40B4-BE49-F238E27FC236}">
                <a16:creationId xmlns:a16="http://schemas.microsoft.com/office/drawing/2014/main" id="{E9E2FD9A-CEC4-149A-7AA0-B9A9435C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4128" y="73644"/>
            <a:ext cx="4918846" cy="6710711"/>
          </a:xfrm>
          <a:prstGeom prst="rect">
            <a:avLst/>
          </a:prstGeom>
        </p:spPr>
      </p:pic>
      <p:pic>
        <p:nvPicPr>
          <p:cNvPr id="25" name="Picture 24" descr="The image depicts a map showing various locations in the western United States, including Idaho, Wyoming, Salt Lake City, and Utah, with symbols representing cities and a plateau.&#10;&#10;AI-generated content may be incorrect.">
            <a:extLst>
              <a:ext uri="{FF2B5EF4-FFF2-40B4-BE49-F238E27FC236}">
                <a16:creationId xmlns:a16="http://schemas.microsoft.com/office/drawing/2014/main" id="{AF508137-52D0-BAA5-C5E1-222AC5704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6" r="32494" b="1"/>
          <a:stretch>
            <a:fillRect/>
          </a:stretch>
        </p:blipFill>
        <p:spPr>
          <a:xfrm>
            <a:off x="2223247" y="2634985"/>
            <a:ext cx="2119343" cy="294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8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35AE4-D2DF-F18B-908D-5801E817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3266995" cy="5438730"/>
          </a:xfrm>
        </p:spPr>
        <p:txBody>
          <a:bodyPr>
            <a:normAutofit/>
          </a:bodyPr>
          <a:lstStyle/>
          <a:p>
            <a:r>
              <a:rPr lang="en-US" dirty="0"/>
              <a:t>Key Assumptions and Ideas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90CB0E-8803-D419-DBC6-4068A222A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813628"/>
              </p:ext>
            </p:extLst>
          </p:nvPr>
        </p:nvGraphicFramePr>
        <p:xfrm>
          <a:off x="4526280" y="74428"/>
          <a:ext cx="6830568" cy="6783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089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Figure">
            <a:extLst>
              <a:ext uri="{FF2B5EF4-FFF2-40B4-BE49-F238E27FC236}">
                <a16:creationId xmlns:a16="http://schemas.microsoft.com/office/drawing/2014/main" id="{5F862F3C-E790-A522-6942-17FB31B7A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617" y="702528"/>
            <a:ext cx="11782174" cy="547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0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74</Words>
  <Application>Microsoft Office PowerPoint</Application>
  <PresentationFormat>Widescreen</PresentationFormat>
  <Paragraphs>10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Immersive Model for a Water Bank for Bear River Basin </vt:lpstr>
      <vt:lpstr>A Tri-State Water Bank to Get More Water to the GSL</vt:lpstr>
      <vt:lpstr>Key Assumptions and Ideas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Hadia Akbar</dc:creator>
  <cp:lastModifiedBy>Hadia Akbar</cp:lastModifiedBy>
  <cp:revision>1</cp:revision>
  <dcterms:created xsi:type="dcterms:W3CDTF">2026-08-04T04:20:11Z</dcterms:created>
  <dcterms:modified xsi:type="dcterms:W3CDTF">2026-08-04T18:03:33Z</dcterms:modified>
</cp:coreProperties>
</file>