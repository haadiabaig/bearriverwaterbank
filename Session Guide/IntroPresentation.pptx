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62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0B3A7B-E81C-46E7-8BEC-E514E51C2AA8}" v="1" dt="2026-08-05T22:58:10.210"/>
    <p1510:client id="{C41AC06A-C952-4FC7-B486-A623EFA36300}" v="6" dt="2026-08-06T17:28:34.917"/>
    <p1510:client id="{D389C471-0F27-4572-8BC2-E02D89424FF3}" v="21" dt="2026-08-06T18:03:34.5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3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06T18:04:11.900" v="2191" actId="1076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06T17:26:02.707" v="1889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06T17:26:02.707" v="1889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3" creationId="{AAFA9286-92DA-528E-C4BD-BD456C809191}"/>
          </ac:spMkLst>
        </pc:spChg>
        <pc:spChg chg="add del">
          <ac:chgData name="Hadia Akbar" userId="19362115565_tp_box_2" providerId="OAuth2" clId="{FF77DECD-7ECC-48F4-BF82-9D4D4E0BE774}" dt="2026-08-06T17:25:35.069" v="1878" actId="26606"/>
          <ac:spMkLst>
            <pc:docMk/>
            <pc:sldMk cId="4246612416" sldId="256"/>
            <ac:spMk id="7" creationId="{55666830-9A19-4E01-8505-D6C7F9AC5665}"/>
          </ac:spMkLst>
        </pc:spChg>
        <pc:spChg chg="add del">
          <ac:chgData name="Hadia Akbar" userId="19362115565_tp_box_2" providerId="OAuth2" clId="{FF77DECD-7ECC-48F4-BF82-9D4D4E0BE774}" dt="2026-08-06T17:25:35.069" v="1878" actId="26606"/>
          <ac:spMkLst>
            <pc:docMk/>
            <pc:sldMk cId="4246612416" sldId="256"/>
            <ac:spMk id="9" creationId="{AE9FC877-7FB6-4D22-9988-35420644E202}"/>
          </ac:spMkLst>
        </pc:spChg>
        <pc:spChg chg="add del">
          <ac:chgData name="Hadia Akbar" userId="19362115565_tp_box_2" providerId="OAuth2" clId="{FF77DECD-7ECC-48F4-BF82-9D4D4E0BE774}" dt="2026-08-06T17:25:35.069" v="1878" actId="26606"/>
          <ac:spMkLst>
            <pc:docMk/>
            <pc:sldMk cId="4246612416" sldId="256"/>
            <ac:spMk id="11" creationId="{E41809D1-F12E-46BB-B804-5F209D325E8B}"/>
          </ac:spMkLst>
        </pc:spChg>
        <pc:spChg chg="add del">
          <ac:chgData name="Hadia Akbar" userId="19362115565_tp_box_2" providerId="OAuth2" clId="{FF77DECD-7ECC-48F4-BF82-9D4D4E0BE774}" dt="2026-08-06T17:25:35.069" v="1878" actId="26606"/>
          <ac:spMkLst>
            <pc:docMk/>
            <pc:sldMk cId="4246612416" sldId="256"/>
            <ac:spMk id="16" creationId="{AF2F604E-43BE-4DC3-B983-E071523364F8}"/>
          </ac:spMkLst>
        </pc:spChg>
        <pc:spChg chg="add del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23" creationId="{A8384FB5-9ADC-4DDC-881B-597D56F5B15D}"/>
          </ac:spMkLst>
        </pc:spChg>
        <pc:spChg chg="add del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25" creationId="{BC05CA36-AD6A-4ABF-9A05-52E5A143D2BB}"/>
          </ac:spMkLst>
        </pc:spChg>
        <pc:spChg chg="add del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27" creationId="{D4331EE8-85A4-4588-8D9E-70E534D477DB}"/>
          </ac:spMkLst>
        </pc:spChg>
        <pc:spChg chg="add del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29" creationId="{49D6C862-61CC-4B46-8080-96583D653BAB}"/>
          </ac:spMkLst>
        </pc:spChg>
        <pc:spChg chg="add del">
          <ac:chgData name="Hadia Akbar" userId="19362115565_tp_box_2" providerId="OAuth2" clId="{FF77DECD-7ECC-48F4-BF82-9D4D4E0BE774}" dt="2026-08-06T17:25:52.923" v="1886" actId="26606"/>
          <ac:spMkLst>
            <pc:docMk/>
            <pc:sldMk cId="4246612416" sldId="256"/>
            <ac:spMk id="31" creationId="{E37EECFC-A684-4391-AE85-4CDAF5565F61}"/>
          </ac:spMkLst>
        </pc:spChg>
        <pc:spChg chg="add del">
          <ac:chgData name="Hadia Akbar" userId="19362115565_tp_box_2" providerId="OAuth2" clId="{FF77DECD-7ECC-48F4-BF82-9D4D4E0BE774}" dt="2026-08-06T17:25:52.569" v="1884" actId="26606"/>
          <ac:spMkLst>
            <pc:docMk/>
            <pc:sldMk cId="4246612416" sldId="256"/>
            <ac:spMk id="38" creationId="{C3D487F7-9050-4871-B351-34A72ADB296C}"/>
          </ac:spMkLst>
        </pc:spChg>
        <pc:spChg chg="add del">
          <ac:chgData name="Hadia Akbar" userId="19362115565_tp_box_2" providerId="OAuth2" clId="{FF77DECD-7ECC-48F4-BF82-9D4D4E0BE774}" dt="2026-08-06T17:25:52.569" v="1884" actId="26606"/>
          <ac:spMkLst>
            <pc:docMk/>
            <pc:sldMk cId="4246612416" sldId="256"/>
            <ac:spMk id="40" creationId="{F43C27DD-EF6A-4C48-9669-C2970E71A814}"/>
          </ac:spMkLst>
        </pc:spChg>
        <pc:spChg chg="add del">
          <ac:chgData name="Hadia Akbar" userId="19362115565_tp_box_2" providerId="OAuth2" clId="{FF77DECD-7ECC-48F4-BF82-9D4D4E0BE774}" dt="2026-08-06T17:25:52.569" v="1884" actId="26606"/>
          <ac:spMkLst>
            <pc:docMk/>
            <pc:sldMk cId="4246612416" sldId="256"/>
            <ac:spMk id="42" creationId="{C84384FE-1C88-4CAA-8FB8-2313A3AE734D}"/>
          </ac:spMkLst>
        </pc:spChg>
        <pc:spChg chg="add del">
          <ac:chgData name="Hadia Akbar" userId="19362115565_tp_box_2" providerId="OAuth2" clId="{FF77DECD-7ECC-48F4-BF82-9D4D4E0BE774}" dt="2026-08-06T17:25:52.569" v="1884" actId="26606"/>
          <ac:spMkLst>
            <pc:docMk/>
            <pc:sldMk cId="4246612416" sldId="256"/>
            <ac:spMk id="44" creationId="{87B6A113-58CD-406C-BCE4-6E1F1F2BE696}"/>
          </ac:spMkLst>
        </pc:spChg>
        <pc:spChg chg="add del">
          <ac:chgData name="Hadia Akbar" userId="19362115565_tp_box_2" providerId="OAuth2" clId="{FF77DECD-7ECC-48F4-BF82-9D4D4E0BE774}" dt="2026-08-06T17:25:52.569" v="1884" actId="26606"/>
          <ac:spMkLst>
            <pc:docMk/>
            <pc:sldMk cId="4246612416" sldId="256"/>
            <ac:spMk id="46" creationId="{05A1AA86-B7E6-4C02-AA34-F1A25CD4CCBD}"/>
          </ac:spMkLst>
        </pc:spChg>
        <pc:spChg chg="add del">
          <ac:chgData name="Hadia Akbar" userId="19362115565_tp_box_2" providerId="OAuth2" clId="{FF77DECD-7ECC-48F4-BF82-9D4D4E0BE774}" dt="2026-08-06T17:25:52.923" v="1886" actId="26606"/>
          <ac:spMkLst>
            <pc:docMk/>
            <pc:sldMk cId="4246612416" sldId="256"/>
            <ac:spMk id="48" creationId="{06DA9DF9-31F7-4056-B42E-878CC92417B8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del mod ord">
          <ac:chgData name="Hadia Akbar" userId="19362115565_tp_box_2" providerId="OAuth2" clId="{FF77DECD-7ECC-48F4-BF82-9D4D4E0BE774}" dt="2026-08-06T17:24:46.665" v="1743" actId="478"/>
          <ac:picMkLst>
            <pc:docMk/>
            <pc:sldMk cId="4246612416" sldId="256"/>
            <ac:picMk id="5" creationId="{04C88557-323E-8174-ED33-F9A1E595A5E0}"/>
          </ac:picMkLst>
        </pc:picChg>
        <pc:picChg chg="add mod">
          <ac:chgData name="Hadia Akbar" userId="19362115565_tp_box_2" providerId="OAuth2" clId="{FF77DECD-7ECC-48F4-BF82-9D4D4E0BE774}" dt="2026-08-06T17:25:52.923" v="1886" actId="26606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del mod">
        <pc:chgData name="Hadia Akbar" userId="19362115565_tp_box_2" providerId="OAuth2" clId="{FF77DECD-7ECC-48F4-BF82-9D4D4E0BE774}" dt="2026-08-06T18:03:26.490" v="2170" actId="47"/>
        <pc:sldMkLst>
          <pc:docMk/>
          <pc:sldMk cId="235461169" sldId="257"/>
        </pc:sldMkLst>
        <pc:graphicFrameChg chg="mod">
          <ac:chgData name="Hadia Akbar" userId="19362115565_tp_box_2" providerId="OAuth2" clId="{FF77DECD-7ECC-48F4-BF82-9D4D4E0BE774}" dt="2026-08-06T17:53:47.053" v="2062"/>
          <ac:graphicFrameMkLst>
            <pc:docMk/>
            <pc:sldMk cId="235461169" sldId="257"/>
            <ac:graphicFrameMk id="6" creationId="{C011B49A-A7CA-8A64-8EE8-705D843C87C8}"/>
          </ac:graphicFrameMkLst>
        </pc:graphicFrameChg>
        <pc:picChg chg="add del">
          <ac:chgData name="Hadia Akbar" userId="19362115565_tp_box_2" providerId="OAuth2" clId="{FF77DECD-7ECC-48F4-BF82-9D4D4E0BE774}" dt="2026-08-06T17:53:37.069" v="2061" actId="478"/>
          <ac:picMkLst>
            <pc:docMk/>
            <pc:sldMk cId="235461169" sldId="257"/>
            <ac:picMk id="4" creationId="{DE05265B-DD07-4A86-3EF2-01605D6C02D4}"/>
          </ac:picMkLst>
        </pc:picChg>
        <pc:picChg chg="add del">
          <ac:chgData name="Hadia Akbar" userId="19362115565_tp_box_2" providerId="OAuth2" clId="{FF77DECD-7ECC-48F4-BF82-9D4D4E0BE774}" dt="2026-08-06T17:53:36.846" v="2060" actId="478"/>
          <ac:picMkLst>
            <pc:docMk/>
            <pc:sldMk cId="235461169" sldId="257"/>
            <ac:picMk id="10" creationId="{66E918FE-E0FB-7551-5100-FF83D57E226D}"/>
          </ac:picMkLst>
        </pc:picChg>
      </pc:sldChg>
      <pc:sldChg chg="addSp delSp modSp new del mod ord setBg">
        <pc:chgData name="Hadia Akbar" userId="19362115565_tp_box_2" providerId="OAuth2" clId="{FF77DECD-7ECC-48F4-BF82-9D4D4E0BE774}" dt="2026-08-06T17:52:28.573" v="2045" actId="47"/>
        <pc:sldMkLst>
          <pc:docMk/>
          <pc:sldMk cId="890402765" sldId="257"/>
        </pc:sldMkLst>
        <pc:picChg chg="add mod">
          <ac:chgData name="Hadia Akbar" userId="19362115565_tp_box_2" providerId="OAuth2" clId="{FF77DECD-7ECC-48F4-BF82-9D4D4E0BE774}" dt="2026-08-05T22:58:40.700" v="1715" actId="14100"/>
          <ac:picMkLst>
            <pc:docMk/>
            <pc:sldMk cId="890402765" sldId="257"/>
            <ac:picMk id="6" creationId="{5F862F3C-E790-A522-6942-17FB31B7AAC9}"/>
          </ac:picMkLst>
        </pc:picChg>
      </pc:sldChg>
      <pc:sldChg chg="addSp delSp modSp add mod">
        <pc:chgData name="Hadia Akbar" userId="19362115565_tp_box_2" providerId="OAuth2" clId="{FF77DECD-7ECC-48F4-BF82-9D4D4E0BE774}" dt="2026-08-06T18:03:40.726" v="2190" actId="20577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06T17:56:02.933" v="2156" actId="20577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06T18:03:40.726" v="2190" actId="20577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  <pc:picChg chg="add del">
          <ac:chgData name="Hadia Akbar" userId="19362115565_tp_box_2" providerId="OAuth2" clId="{FF77DECD-7ECC-48F4-BF82-9D4D4E0BE774}" dt="2026-08-06T17:53:03.779" v="2047" actId="22"/>
          <ac:picMkLst>
            <pc:docMk/>
            <pc:sldMk cId="3397881947" sldId="258"/>
            <ac:picMk id="6" creationId="{0BD05A0F-E136-6927-2665-F65D0A5FD35B}"/>
          </ac:picMkLst>
        </pc:picChg>
      </pc:sldChg>
      <pc:sldChg chg="addSp delSp modSp new mod ord setBg addAnim delAnim delDesignElem">
        <pc:chgData name="Hadia Akbar" userId="19362115565_tp_box_2" providerId="OAuth2" clId="{FF77DECD-7ECC-48F4-BF82-9D4D4E0BE774}" dt="2026-08-06T17:43:26.877" v="2042"/>
        <pc:sldMkLst>
          <pc:docMk/>
          <pc:sldMk cId="1480586688" sldId="260"/>
        </pc:sldMkLst>
        <pc:spChg chg="mod ord">
          <ac:chgData name="Hadia Akbar" userId="19362115565_tp_box_2" providerId="OAuth2" clId="{FF77DECD-7ECC-48F4-BF82-9D4D4E0BE774}" dt="2026-08-06T17:23:17.051" v="1732" actId="1076"/>
          <ac:spMkLst>
            <pc:docMk/>
            <pc:sldMk cId="1480586688" sldId="260"/>
            <ac:spMk id="2" creationId="{81F1C4B3-9A9B-ACA7-FD33-EA866B5A34CE}"/>
          </ac:spMkLst>
        </pc:spChg>
        <pc:picChg chg="add mod">
          <ac:chgData name="Hadia Akbar" userId="19362115565_tp_box_2" providerId="OAuth2" clId="{FF77DECD-7ECC-48F4-BF82-9D4D4E0BE774}" dt="2026-08-06T17:23:43.157" v="1739" actId="1076"/>
          <ac:picMkLst>
            <pc:docMk/>
            <pc:sldMk cId="1480586688" sldId="260"/>
            <ac:picMk id="4" creationId="{24E79CC9-78C3-BC1B-D785-D9BBED37350E}"/>
          </ac:picMkLst>
        </pc:picChg>
        <pc:picChg chg="add del mod">
          <ac:chgData name="Hadia Akbar" userId="19362115565_tp_box_2" providerId="OAuth2" clId="{FF77DECD-7ECC-48F4-BF82-9D4D4E0BE774}" dt="2026-08-06T17:23:56.705" v="1742" actId="1076"/>
          <ac:picMkLst>
            <pc:docMk/>
            <pc:sldMk cId="1480586688" sldId="260"/>
            <ac:picMk id="18" creationId="{E9E2FD9A-CEC4-149A-7AA0-B9A9435CC662}"/>
          </ac:picMkLst>
        </pc:picChg>
        <pc:picChg chg="add del mod">
          <ac:chgData name="Hadia Akbar" userId="19362115565_tp_box_2" providerId="OAuth2" clId="{FF77DECD-7ECC-48F4-BF82-9D4D4E0BE774}" dt="2026-08-06T17:22:57.696" v="1725" actId="478"/>
          <ac:picMkLst>
            <pc:docMk/>
            <pc:sldMk cId="1480586688" sldId="260"/>
            <ac:picMk id="25" creationId="{AF508137-52D0-BAA5-C5E1-222AC5704542}"/>
          </ac:picMkLst>
        </pc:picChg>
      </pc:sldChg>
      <pc:sldChg chg="addSp delSp modSp new mod ord setBg">
        <pc:chgData name="Hadia Akbar" userId="19362115565_tp_box_2" providerId="OAuth2" clId="{FF77DECD-7ECC-48F4-BF82-9D4D4E0BE774}" dt="2026-08-06T17:41:03.925" v="2039" actId="20577"/>
        <pc:sldMkLst>
          <pc:docMk/>
          <pc:sldMk cId="1860897597" sldId="262"/>
        </pc:sldMkLst>
        <pc:spChg chg="mod">
          <ac:chgData name="Hadia Akbar" userId="19362115565_tp_box_2" providerId="OAuth2" clId="{FF77DECD-7ECC-48F4-BF82-9D4D4E0BE774}" dt="2026-08-04T18:03:23.726" v="1483" actId="14100"/>
          <ac:spMkLst>
            <pc:docMk/>
            <pc:sldMk cId="1860897597" sldId="262"/>
            <ac:spMk id="2" creationId="{82135AE4-D2DF-F18B-908D-5801E8171ADD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1" creationId="{44AD29B6-BF3B-4407-9E75-52DF8E3B29F1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3" creationId="{55F8BA08-3E38-4B70-B93A-74F08E092206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5" creationId="{357F1B33-79AB-4A71-8CEC-4546D709B8C8}"/>
          </ac:spMkLst>
        </pc:spChg>
        <pc:graphicFrameChg chg="add mod modGraphic">
          <ac:chgData name="Hadia Akbar" userId="19362115565_tp_box_2" providerId="OAuth2" clId="{FF77DECD-7ECC-48F4-BF82-9D4D4E0BE774}" dt="2026-08-06T17:41:03.925" v="2039" actId="20577"/>
          <ac:graphicFrameMkLst>
            <pc:docMk/>
            <pc:sldMk cId="1860897597" sldId="262"/>
            <ac:graphicFrameMk id="5" creationId="{7990CB0E-8803-D419-DBC6-4068A222A4E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06T18:04:11.900" v="2191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del">
          <ac:chgData name="Hadia Akbar" userId="19362115565_tp_box_2" providerId="OAuth2" clId="{FF77DECD-7ECC-48F4-BF82-9D4D4E0BE774}" dt="2026-08-06T17:59:03.295" v="2157" actId="22"/>
          <ac:spMkLst>
            <pc:docMk/>
            <pc:sldMk cId="3049088380" sldId="263"/>
            <ac:spMk id="3" creationId="{FFE6C4C1-8FDB-0727-F9F3-1462F2116C93}"/>
          </ac:spMkLst>
        </pc:spChg>
        <pc:spChg chg="add del mod">
          <ac:chgData name="Hadia Akbar" userId="19362115565_tp_box_2" providerId="OAuth2" clId="{FF77DECD-7ECC-48F4-BF82-9D4D4E0BE774}" dt="2026-08-06T18:00:19.214" v="2165" actId="478"/>
          <ac:spMkLst>
            <pc:docMk/>
            <pc:sldMk cId="3049088380" sldId="263"/>
            <ac:spMk id="7" creationId="{BA761D6F-50C2-58CD-4665-5B1AC974E50C}"/>
          </ac:spMkLst>
        </pc:spChg>
        <pc:picChg chg="add del mod">
          <ac:chgData name="Hadia Akbar" userId="19362115565_tp_box_2" providerId="OAuth2" clId="{FF77DECD-7ECC-48F4-BF82-9D4D4E0BE774}" dt="2026-08-05T01:52:09.334" v="1489" actId="478"/>
          <ac:picMkLst>
            <pc:docMk/>
            <pc:sldMk cId="3049088380" sldId="263"/>
            <ac:picMk id="5" creationId="{2DCF294D-696E-B3E7-B4DB-73824B2BC177}"/>
          </ac:picMkLst>
        </pc:picChg>
        <pc:picChg chg="add del mod ord">
          <ac:chgData name="Hadia Akbar" userId="19362115565_tp_box_2" providerId="OAuth2" clId="{FF77DECD-7ECC-48F4-BF82-9D4D4E0BE774}" dt="2026-08-06T17:59:58.011" v="2161" actId="478"/>
          <ac:picMkLst>
            <pc:docMk/>
            <pc:sldMk cId="3049088380" sldId="263"/>
            <ac:picMk id="5" creationId="{B07AB3D5-5574-B36A-BB19-BD3B5431A5C2}"/>
          </ac:picMkLst>
        </pc:picChg>
        <pc:picChg chg="add del mod">
          <ac:chgData name="Hadia Akbar" userId="19362115565_tp_box_2" providerId="OAuth2" clId="{FF77DECD-7ECC-48F4-BF82-9D4D4E0BE774}" dt="2026-08-05T01:56:48.616" v="1504" actId="478"/>
          <ac:picMkLst>
            <pc:docMk/>
            <pc:sldMk cId="3049088380" sldId="263"/>
            <ac:picMk id="7" creationId="{966DD079-845D-F6BA-0776-163B243F519A}"/>
          </ac:picMkLst>
        </pc:picChg>
        <pc:picChg chg="add mod">
          <ac:chgData name="Hadia Akbar" userId="19362115565_tp_box_2" providerId="OAuth2" clId="{FF77DECD-7ECC-48F4-BF82-9D4D4E0BE774}" dt="2026-08-06T18:04:11.900" v="2191" actId="1076"/>
          <ac:picMkLst>
            <pc:docMk/>
            <pc:sldMk cId="3049088380" sldId="263"/>
            <ac:picMk id="9" creationId="{504CD099-FD1D-A9E1-17F7-A5EC85BB4181}"/>
          </ac:picMkLst>
        </pc:picChg>
        <pc:picChg chg="add del">
          <ac:chgData name="Hadia Akbar" userId="19362115565_tp_box_2" providerId="OAuth2" clId="{FF77DECD-7ECC-48F4-BF82-9D4D4E0BE774}" dt="2026-08-05T01:56:46.597" v="1503" actId="478"/>
          <ac:picMkLst>
            <pc:docMk/>
            <pc:sldMk cId="3049088380" sldId="263"/>
            <ac:picMk id="9" creationId="{65C44170-AD83-CE40-01F4-39C7DBBA4A43}"/>
          </ac:picMkLst>
        </pc:picChg>
        <pc:picChg chg="add del mod">
          <ac:chgData name="Hadia Akbar" userId="19362115565_tp_box_2" providerId="OAuth2" clId="{FF77DECD-7ECC-48F4-BF82-9D4D4E0BE774}" dt="2026-08-06T18:00:23.512" v="2166" actId="478"/>
          <ac:picMkLst>
            <pc:docMk/>
            <pc:sldMk cId="3049088380" sldId="263"/>
            <ac:picMk id="11" creationId="{C917D0C1-D200-6845-C03F-81BCEF6EA8D6}"/>
          </ac:picMkLst>
        </pc:picChg>
      </pc:sldChg>
      <pc:sldMasterChg chg="del delSldLayout">
        <pc:chgData name="Hadia Akbar" userId="19362115565_tp_box_2" providerId="OAuth2" clId="{FF77DECD-7ECC-48F4-BF82-9D4D4E0BE774}" dt="2026-08-06T18:03:26.490" v="2170" actId="47"/>
        <pc:sldMasterMkLst>
          <pc:docMk/>
          <pc:sldMasterMk cId="1811082288" sldId="2147483660"/>
        </pc:sldMasterMkLst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858527832" sldId="2147483661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3388879508" sldId="2147483662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592097471" sldId="2147483663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2487724214" sldId="2147483664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3101536712" sldId="2147483665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83738167" sldId="2147483666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3714056911" sldId="2147483667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4157770685" sldId="2147483668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468236508" sldId="2147483669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3331122569" sldId="2147483670"/>
          </pc:sldLayoutMkLst>
        </pc:sldLayoutChg>
        <pc:sldLayoutChg chg="del">
          <pc:chgData name="Hadia Akbar" userId="19362115565_tp_box_2" providerId="OAuth2" clId="{FF77DECD-7ECC-48F4-BF82-9D4D4E0BE774}" dt="2026-08-06T18:03:26.490" v="2170" actId="47"/>
          <pc:sldLayoutMkLst>
            <pc:docMk/>
            <pc:sldMasterMk cId="1811082288" sldId="2147483660"/>
            <pc:sldLayoutMk cId="3414839042" sldId="2147483671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consume, conserve or sell 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/>
      <dgm:t>
        <a:bodyPr/>
        <a:lstStyle/>
        <a:p>
          <a:r>
            <a:rPr lang="en-US" sz="1600" b="1">
              <a:solidFill>
                <a:srgbClr val="3333FF"/>
              </a:solidFill>
            </a:rPr>
            <a:t>Decide Consumption</a:t>
          </a:r>
          <a:endParaRPr lang="en-US" sz="1600" b="1" dirty="0">
            <a:solidFill>
              <a:srgbClr val="3333FF"/>
            </a:solidFill>
          </a:endParaRP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3679B97A-32D2-4172-BEF9-560A1496BE56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</a:t>
          </a:r>
        </a:p>
      </dgm:t>
    </dgm:pt>
    <dgm:pt modelId="{B180FB7C-C893-47CE-AC8C-F0A6527F33DC}" type="parTrans" cxnId="{A16A5AFB-4236-4673-9CB5-BE389EB3EF8C}">
      <dgm:prSet/>
      <dgm:spPr/>
      <dgm:t>
        <a:bodyPr/>
        <a:lstStyle/>
        <a:p>
          <a:endParaRPr lang="en-US"/>
        </a:p>
      </dgm:t>
    </dgm:pt>
    <dgm:pt modelId="{0D2383D4-47E1-4D36-90BF-8D7B53F07E5B}" type="sibTrans" cxnId="{A16A5AFB-4236-4673-9CB5-BE389EB3EF8C}">
      <dgm:prSet/>
      <dgm:spPr/>
      <dgm:t>
        <a:bodyPr/>
        <a:lstStyle/>
        <a:p>
          <a:endParaRPr lang="en-US"/>
        </a:p>
      </dgm:t>
    </dgm:pt>
    <dgm:pt modelId="{428AB112-F44A-4DBD-9A72-307227A4883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DE48C9E4-0BEC-4D80-A91C-82920DE858EA}" type="parTrans" cxnId="{6B257843-4F5E-4AFE-A2EB-DCD7EC2836DE}">
      <dgm:prSet/>
      <dgm:spPr/>
      <dgm:t>
        <a:bodyPr/>
        <a:lstStyle/>
        <a:p>
          <a:endParaRPr lang="en-US"/>
        </a:p>
      </dgm:t>
    </dgm:pt>
    <dgm:pt modelId="{364B18D5-CB61-44ED-85B8-E92D9EE279E9}" type="sibTrans" cxnId="{6B257843-4F5E-4AFE-A2EB-DCD7EC2836DE}">
      <dgm:prSet/>
      <dgm:spPr/>
      <dgm:t>
        <a:bodyPr/>
        <a:lstStyle/>
        <a:p>
          <a:endParaRPr lang="en-US"/>
        </a:p>
      </dgm:t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3AA8EF0A-0856-4B67-8239-D4811C9B9A20}" type="presOf" srcId="{36A43055-FF1E-4000-92DC-E1996435069B}" destId="{3A5BFE43-F020-43A7-BFCC-87B32E6976A9}" srcOrd="1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E2C1BF0F-D514-4126-8BC4-A61CBF22795D}" type="presOf" srcId="{FB1AC2EB-2A73-487E-BFFC-E85DCC33CF70}" destId="{686EF4F2-C186-45B2-85A0-F6687D978556}" srcOrd="0" destOrd="0" presId="urn:microsoft.com/office/officeart/2005/8/layout/hProcess4"/>
    <dgm:cxn modelId="{C28AC818-B414-421E-8463-AB316EB8EB6D}" type="presOf" srcId="{97225384-B3A3-4246-BB0C-554A34D4B7EE}" destId="{21C25EF7-5122-4CB4-922C-C536D59390E7}" srcOrd="1" destOrd="0" presId="urn:microsoft.com/office/officeart/2005/8/layout/hProcess4"/>
    <dgm:cxn modelId="{64ECB721-0461-41EC-8F41-CB09C952C4FE}" type="presOf" srcId="{5C407219-177A-43EE-B67E-B6E75271BA5B}" destId="{22CBB4AF-36EB-417C-B703-FAF0662ACF49}" srcOrd="0" destOrd="0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5997E327-E8CC-401F-8736-7BC1AA7001BC}" type="presOf" srcId="{8111E655-AA73-4919-8D88-D2AFAC6203BA}" destId="{3C445FF9-93F1-4683-A6D2-EC9DB43AA93D}" srcOrd="1" destOrd="0" presId="urn:microsoft.com/office/officeart/2005/8/layout/hProcess4"/>
    <dgm:cxn modelId="{E8CA3328-6D59-4724-88B8-D6684CCFD216}" type="presOf" srcId="{F945E611-CD2E-4C69-9DAE-2D0D3822A0EA}" destId="{3C445FF9-93F1-4683-A6D2-EC9DB43AA93D}" srcOrd="1" destOrd="1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F1D3D530-B984-418C-B652-57E1E301F4DE}" type="presOf" srcId="{0C420126-164A-4514-A51E-AB2C4502F253}" destId="{74F3F80A-8B0F-4F29-B321-AD28639C9105}" srcOrd="0" destOrd="0" presId="urn:microsoft.com/office/officeart/2005/8/layout/hProcess4"/>
    <dgm:cxn modelId="{1629ED30-2BD7-424A-906E-0DAD0AA696C2}" type="presOf" srcId="{F945E611-CD2E-4C69-9DAE-2D0D3822A0EA}" destId="{DE4AC59B-B8E8-4AE0-82DC-3BD6B4ADF27A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178C6A5B-5781-42D4-90C0-2603702C6FEC}" type="presOf" srcId="{3679B97A-32D2-4172-BEF9-560A1496BE56}" destId="{22FAA828-71BC-4F47-855C-19152EC671EC}" srcOrd="1" destOrd="3" presId="urn:microsoft.com/office/officeart/2005/8/layout/hProcess4"/>
    <dgm:cxn modelId="{B640D65E-9BAB-40E1-9A90-1DF268BFCE38}" type="presOf" srcId="{8E1FD376-005E-46DD-AB7C-3AD5F0C68AF6}" destId="{464DE029-02A1-4763-8666-F53A13C6FAAD}" srcOrd="0" destOrd="0" presId="urn:microsoft.com/office/officeart/2005/8/layout/hProcess4"/>
    <dgm:cxn modelId="{CA3F9942-3020-409B-85BB-456C14616609}" type="presOf" srcId="{18DC73F0-EDC3-4451-98EA-91C847F5E375}" destId="{3A5BFE43-F020-43A7-BFCC-87B32E6976A9}" srcOrd="1" destOrd="1" presId="urn:microsoft.com/office/officeart/2005/8/layout/hProcess4"/>
    <dgm:cxn modelId="{6B257843-4F5E-4AFE-A2EB-DCD7EC2836DE}" srcId="{EB9EEFA8-E354-4F52-BA0E-F1E23DACFF23}" destId="{428AB112-F44A-4DBD-9A72-307227A48835}" srcOrd="0" destOrd="0" parTransId="{DE48C9E4-0BEC-4D80-A91C-82920DE858EA}" sibTransId="{364B18D5-CB61-44ED-85B8-E92D9EE279E9}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9F09F24A-90A1-422B-B5DA-B38130F44CE8}" type="presOf" srcId="{36A43055-FF1E-4000-92DC-E1996435069B}" destId="{D9BDC29B-7D63-4495-A3B2-7C07F9B8C330}" srcOrd="0" destOrd="0" presId="urn:microsoft.com/office/officeart/2005/8/layout/hProcess4"/>
    <dgm:cxn modelId="{3BA51A6D-6778-4A76-81C2-F27BF63FFE4F}" type="presOf" srcId="{428AB112-F44A-4DBD-9A72-307227A48835}" destId="{22FAA828-71BC-4F47-855C-19152EC671EC}" srcOrd="1" destOrd="2" presId="urn:microsoft.com/office/officeart/2005/8/layout/hProcess4"/>
    <dgm:cxn modelId="{05D31F52-AB99-41FE-B518-7A810335A1BA}" type="presOf" srcId="{FB1AC2EB-2A73-487E-BFFC-E85DCC33CF70}" destId="{22FAA828-71BC-4F47-855C-19152EC671EC}" srcOrd="1" destOrd="0" presId="urn:microsoft.com/office/officeart/2005/8/layout/hProcess4"/>
    <dgm:cxn modelId="{284B5854-B03F-43A1-A980-1E2CA9E3F355}" type="presOf" srcId="{8111E655-AA73-4919-8D88-D2AFAC6203BA}" destId="{DE4AC59B-B8E8-4AE0-82DC-3BD6B4ADF27A}" srcOrd="0" destOrd="0" presId="urn:microsoft.com/office/officeart/2005/8/layout/hProcess4"/>
    <dgm:cxn modelId="{AF464776-F375-42C1-A960-13E9CEAD8FA3}" type="presOf" srcId="{A5277286-5511-4E9A-9AF8-737B622E3223}" destId="{1C299799-9D54-457B-A3C7-0FB93A410866}" srcOrd="0" destOrd="0" presId="urn:microsoft.com/office/officeart/2005/8/layout/hProcess4"/>
    <dgm:cxn modelId="{B4C2015A-3E27-4822-AFDD-CB4131CA6FDC}" type="presOf" srcId="{428AB112-F44A-4DBD-9A72-307227A48835}" destId="{686EF4F2-C186-45B2-85A0-F6687D978556}" srcOrd="0" destOrd="2" presId="urn:microsoft.com/office/officeart/2005/8/layout/hProcess4"/>
    <dgm:cxn modelId="{E402FD5A-86DA-4AA4-BB63-19D2FC1A9CFA}" type="presOf" srcId="{3679B97A-32D2-4172-BEF9-560A1496BE56}" destId="{686EF4F2-C186-45B2-85A0-F6687D978556}" srcOrd="0" destOrd="3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2A4DB68A-A8F5-4013-BA1D-CB9791661462}" type="presOf" srcId="{1BCB95D6-B1A4-439C-9AD1-CE00E32D68AA}" destId="{94FE265A-D377-4872-8AAD-6D9586E0C18A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8589B7AB-6823-4989-8C6C-DD6B72F4F6E1}" type="presOf" srcId="{5489487A-AE09-4C57-A8FE-3C88CD528A51}" destId="{57A9CED2-870E-4BB2-8BB0-97EB3CDBF401}" srcOrd="0" destOrd="0" presId="urn:microsoft.com/office/officeart/2005/8/layout/hProcess4"/>
    <dgm:cxn modelId="{EE041FAD-318D-41BF-A178-1F05CAEA8438}" type="presOf" srcId="{EB9EEFA8-E354-4F52-BA0E-F1E23DACFF23}" destId="{686EF4F2-C186-45B2-85A0-F6687D978556}" srcOrd="0" destOrd="1" presId="urn:microsoft.com/office/officeart/2005/8/layout/hProcess4"/>
    <dgm:cxn modelId="{680D46B5-D7AA-4A7A-9B62-35116464C916}" type="presOf" srcId="{5DA50F34-C831-4850-8B63-CE799FF6C0D5}" destId="{C4D9AE61-43FF-44EC-9E2D-7446ED243914}" srcOrd="0" destOrd="0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2FD1C1D0-5F39-44A4-B0CC-E3EB141EBCCB}" type="presOf" srcId="{97225384-B3A3-4246-BB0C-554A34D4B7EE}" destId="{30DD4CDA-4812-46C7-BA95-FF21DAD772D9}" srcOrd="0" destOrd="0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5B3F16EF-AC5B-440F-8E59-25BAE29FFE54}" type="presOf" srcId="{269C76F2-6A3F-4463-A37D-34DF9557723A}" destId="{30DD4CDA-4812-46C7-BA95-FF21DAD772D9}" srcOrd="0" destOrd="1" presId="urn:microsoft.com/office/officeart/2005/8/layout/hProcess4"/>
    <dgm:cxn modelId="{F10086F6-2B83-44CF-93ED-1F8A2C82CF12}" type="presOf" srcId="{DCFD0921-E245-4A02-B3A7-0E9B55127B04}" destId="{21C25EF7-5122-4CB4-922C-C536D59390E7}" srcOrd="1" destOrd="2" presId="urn:microsoft.com/office/officeart/2005/8/layout/hProcess4"/>
    <dgm:cxn modelId="{4B33FAF7-D5A5-4826-B602-E6AE618B2650}" type="presOf" srcId="{18DC73F0-EDC3-4451-98EA-91C847F5E375}" destId="{D9BDC29B-7D63-4495-A3B2-7C07F9B8C330}" srcOrd="0" destOrd="1" presId="urn:microsoft.com/office/officeart/2005/8/layout/hProcess4"/>
    <dgm:cxn modelId="{A16A5AFB-4236-4673-9CB5-BE389EB3EF8C}" srcId="{EB9EEFA8-E354-4F52-BA0E-F1E23DACFF23}" destId="{3679B97A-32D2-4172-BEF9-560A1496BE56}" srcOrd="1" destOrd="0" parTransId="{B180FB7C-C893-47CE-AC8C-F0A6527F33DC}" sibTransId="{0D2383D4-47E1-4D36-90BF-8D7B53F07E5B}"/>
    <dgm:cxn modelId="{1E13F9FB-220A-448A-8179-D4B3A4973A41}" type="presOf" srcId="{DCFD0921-E245-4A02-B3A7-0E9B55127B04}" destId="{30DD4CDA-4812-46C7-BA95-FF21DAD772D9}" srcOrd="0" destOrd="2" presId="urn:microsoft.com/office/officeart/2005/8/layout/hProcess4"/>
    <dgm:cxn modelId="{173BCDFC-1277-40BA-BD6B-344D8C682E92}" type="presOf" srcId="{EB9EEFA8-E354-4F52-BA0E-F1E23DACFF23}" destId="{22FAA828-71BC-4F47-855C-19152EC671EC}" srcOrd="1" destOrd="1" presId="urn:microsoft.com/office/officeart/2005/8/layout/hProcess4"/>
    <dgm:cxn modelId="{823F82FE-5345-496E-965A-8D2A66E30149}" type="presOf" srcId="{269C76F2-6A3F-4463-A37D-34DF9557723A}" destId="{21C25EF7-5122-4CB4-922C-C536D59390E7}" srcOrd="1" destOrd="1" presId="urn:microsoft.com/office/officeart/2005/8/layout/hProcess4"/>
    <dgm:cxn modelId="{868EC685-D5D7-444D-89C5-13F64F183C9F}" type="presParOf" srcId="{1641139E-5806-4ED1-AA40-CDBBD9ABB873}" destId="{A69DC343-962C-4193-B759-C426D90ADEBE}" srcOrd="0" destOrd="0" presId="urn:microsoft.com/office/officeart/2005/8/layout/hProcess4"/>
    <dgm:cxn modelId="{1D10B392-4277-486F-AB90-8A3420E1DE74}" type="presParOf" srcId="{1641139E-5806-4ED1-AA40-CDBBD9ABB873}" destId="{D44F98B8-7C0E-44E6-B339-45D9858C4485}" srcOrd="1" destOrd="0" presId="urn:microsoft.com/office/officeart/2005/8/layout/hProcess4"/>
    <dgm:cxn modelId="{8B76E9A5-6F1E-4C8C-82BF-ECCC8C5C15E0}" type="presParOf" srcId="{1641139E-5806-4ED1-AA40-CDBBD9ABB873}" destId="{D414F4B2-7830-4056-8693-7152B494301A}" srcOrd="2" destOrd="0" presId="urn:microsoft.com/office/officeart/2005/8/layout/hProcess4"/>
    <dgm:cxn modelId="{6484AFA7-8DC6-495D-8242-9DD0439C76B9}" type="presParOf" srcId="{D414F4B2-7830-4056-8693-7152B494301A}" destId="{31228088-885C-49E3-AE4E-7F1B0118071C}" srcOrd="0" destOrd="0" presId="urn:microsoft.com/office/officeart/2005/8/layout/hProcess4"/>
    <dgm:cxn modelId="{F2E60E5F-8F6C-4E87-9E82-C801329E65FF}" type="presParOf" srcId="{31228088-885C-49E3-AE4E-7F1B0118071C}" destId="{FCC3BD23-997E-4674-8B26-CC365D097590}" srcOrd="0" destOrd="0" presId="urn:microsoft.com/office/officeart/2005/8/layout/hProcess4"/>
    <dgm:cxn modelId="{B2680729-65C5-49AA-953C-C2B390DB0607}" type="presParOf" srcId="{31228088-885C-49E3-AE4E-7F1B0118071C}" destId="{30DD4CDA-4812-46C7-BA95-FF21DAD772D9}" srcOrd="1" destOrd="0" presId="urn:microsoft.com/office/officeart/2005/8/layout/hProcess4"/>
    <dgm:cxn modelId="{C89937A3-E3D0-41E1-B6E0-D64ADEA7C4D4}" type="presParOf" srcId="{31228088-885C-49E3-AE4E-7F1B0118071C}" destId="{21C25EF7-5122-4CB4-922C-C536D59390E7}" srcOrd="2" destOrd="0" presId="urn:microsoft.com/office/officeart/2005/8/layout/hProcess4"/>
    <dgm:cxn modelId="{C6DE746F-5EA4-4A57-BDA5-3B68A59F2A80}" type="presParOf" srcId="{31228088-885C-49E3-AE4E-7F1B0118071C}" destId="{22CBB4AF-36EB-417C-B703-FAF0662ACF49}" srcOrd="3" destOrd="0" presId="urn:microsoft.com/office/officeart/2005/8/layout/hProcess4"/>
    <dgm:cxn modelId="{840EF5FC-C947-4712-BDB8-67DCF9F4EFD4}" type="presParOf" srcId="{31228088-885C-49E3-AE4E-7F1B0118071C}" destId="{CD953644-E5C6-4A75-8B8E-A06C97C3F536}" srcOrd="4" destOrd="0" presId="urn:microsoft.com/office/officeart/2005/8/layout/hProcess4"/>
    <dgm:cxn modelId="{46355112-69E3-4666-89F1-1090E9564E88}" type="presParOf" srcId="{D414F4B2-7830-4056-8693-7152B494301A}" destId="{464DE029-02A1-4763-8666-F53A13C6FAAD}" srcOrd="1" destOrd="0" presId="urn:microsoft.com/office/officeart/2005/8/layout/hProcess4"/>
    <dgm:cxn modelId="{7764998B-92B0-428C-99FC-2B9BBB6C85B5}" type="presParOf" srcId="{D414F4B2-7830-4056-8693-7152B494301A}" destId="{AFDFC40E-DDD3-4BC8-8BEB-A1A8244FD812}" srcOrd="2" destOrd="0" presId="urn:microsoft.com/office/officeart/2005/8/layout/hProcess4"/>
    <dgm:cxn modelId="{8071F2CA-3430-428B-A83B-C7333389DC8D}" type="presParOf" srcId="{AFDFC40E-DDD3-4BC8-8BEB-A1A8244FD812}" destId="{3D3FE732-BEE4-4789-B501-EFE8520C98A6}" srcOrd="0" destOrd="0" presId="urn:microsoft.com/office/officeart/2005/8/layout/hProcess4"/>
    <dgm:cxn modelId="{8DE57368-5989-4A99-B116-BE07676BA4CE}" type="presParOf" srcId="{AFDFC40E-DDD3-4BC8-8BEB-A1A8244FD812}" destId="{D9BDC29B-7D63-4495-A3B2-7C07F9B8C330}" srcOrd="1" destOrd="0" presId="urn:microsoft.com/office/officeart/2005/8/layout/hProcess4"/>
    <dgm:cxn modelId="{3C7E37CD-5A38-4A43-B6DC-219012EC2D82}" type="presParOf" srcId="{AFDFC40E-DDD3-4BC8-8BEB-A1A8244FD812}" destId="{3A5BFE43-F020-43A7-BFCC-87B32E6976A9}" srcOrd="2" destOrd="0" presId="urn:microsoft.com/office/officeart/2005/8/layout/hProcess4"/>
    <dgm:cxn modelId="{DCD055DB-A0B8-49B5-8E0B-6F67F1DA1339}" type="presParOf" srcId="{AFDFC40E-DDD3-4BC8-8BEB-A1A8244FD812}" destId="{57A9CED2-870E-4BB2-8BB0-97EB3CDBF401}" srcOrd="3" destOrd="0" presId="urn:microsoft.com/office/officeart/2005/8/layout/hProcess4"/>
    <dgm:cxn modelId="{C6B7BA88-7E61-4407-BF9F-E01006E93A57}" type="presParOf" srcId="{AFDFC40E-DDD3-4BC8-8BEB-A1A8244FD812}" destId="{9A6587D4-7582-4D83-A90E-1B1B29100CB4}" srcOrd="4" destOrd="0" presId="urn:microsoft.com/office/officeart/2005/8/layout/hProcess4"/>
    <dgm:cxn modelId="{72695B40-C40F-4D8E-AFA0-2FEBF87B179D}" type="presParOf" srcId="{D414F4B2-7830-4056-8693-7152B494301A}" destId="{1C299799-9D54-457B-A3C7-0FB93A410866}" srcOrd="3" destOrd="0" presId="urn:microsoft.com/office/officeart/2005/8/layout/hProcess4"/>
    <dgm:cxn modelId="{B07C2893-6AE9-4493-B502-8C87EB7E097F}" type="presParOf" srcId="{D414F4B2-7830-4056-8693-7152B494301A}" destId="{64364D03-C473-454F-AF21-95C000F5F884}" srcOrd="4" destOrd="0" presId="urn:microsoft.com/office/officeart/2005/8/layout/hProcess4"/>
    <dgm:cxn modelId="{B2B8AF69-7887-4ABC-B586-557C62451496}" type="presParOf" srcId="{64364D03-C473-454F-AF21-95C000F5F884}" destId="{44F76157-1425-47BB-9E5D-B9F240E12A0A}" srcOrd="0" destOrd="0" presId="urn:microsoft.com/office/officeart/2005/8/layout/hProcess4"/>
    <dgm:cxn modelId="{75013056-5681-4951-8F5F-75A39543F466}" type="presParOf" srcId="{64364D03-C473-454F-AF21-95C000F5F884}" destId="{686EF4F2-C186-45B2-85A0-F6687D978556}" srcOrd="1" destOrd="0" presId="urn:microsoft.com/office/officeart/2005/8/layout/hProcess4"/>
    <dgm:cxn modelId="{A985696B-6300-40F9-AEDF-0FA5046B4F5D}" type="presParOf" srcId="{64364D03-C473-454F-AF21-95C000F5F884}" destId="{22FAA828-71BC-4F47-855C-19152EC671EC}" srcOrd="2" destOrd="0" presId="urn:microsoft.com/office/officeart/2005/8/layout/hProcess4"/>
    <dgm:cxn modelId="{AC328C89-0436-4032-A154-250E0CAD91E4}" type="presParOf" srcId="{64364D03-C473-454F-AF21-95C000F5F884}" destId="{94FE265A-D377-4872-8AAD-6D9586E0C18A}" srcOrd="3" destOrd="0" presId="urn:microsoft.com/office/officeart/2005/8/layout/hProcess4"/>
    <dgm:cxn modelId="{69A2CD07-030E-41AC-AF4B-980188515A39}" type="presParOf" srcId="{64364D03-C473-454F-AF21-95C000F5F884}" destId="{B6B4BA71-2269-473A-9B34-EE3A92EF3F26}" srcOrd="4" destOrd="0" presId="urn:microsoft.com/office/officeart/2005/8/layout/hProcess4"/>
    <dgm:cxn modelId="{7CCD34AB-813D-4C41-8F6C-AF4294376AA8}" type="presParOf" srcId="{D414F4B2-7830-4056-8693-7152B494301A}" destId="{74F3F80A-8B0F-4F29-B321-AD28639C9105}" srcOrd="5" destOrd="0" presId="urn:microsoft.com/office/officeart/2005/8/layout/hProcess4"/>
    <dgm:cxn modelId="{5E906BC3-28C0-467D-B483-43C158B8EF07}" type="presParOf" srcId="{D414F4B2-7830-4056-8693-7152B494301A}" destId="{EA78CE16-E317-4FEA-996D-E0EE0A893B5C}" srcOrd="6" destOrd="0" presId="urn:microsoft.com/office/officeart/2005/8/layout/hProcess4"/>
    <dgm:cxn modelId="{FAEF8719-B83A-428A-886D-0F5DC26E5929}" type="presParOf" srcId="{EA78CE16-E317-4FEA-996D-E0EE0A893B5C}" destId="{60BAA0C7-18DD-413F-B007-B92B7FACDBD8}" srcOrd="0" destOrd="0" presId="urn:microsoft.com/office/officeart/2005/8/layout/hProcess4"/>
    <dgm:cxn modelId="{0837C6E1-A9B4-496C-9C14-3287438F8F61}" type="presParOf" srcId="{EA78CE16-E317-4FEA-996D-E0EE0A893B5C}" destId="{DE4AC59B-B8E8-4AE0-82DC-3BD6B4ADF27A}" srcOrd="1" destOrd="0" presId="urn:microsoft.com/office/officeart/2005/8/layout/hProcess4"/>
    <dgm:cxn modelId="{78CCDABC-5B6F-417A-8408-6379AA8A9341}" type="presParOf" srcId="{EA78CE16-E317-4FEA-996D-E0EE0A893B5C}" destId="{3C445FF9-93F1-4683-A6D2-EC9DB43AA93D}" srcOrd="2" destOrd="0" presId="urn:microsoft.com/office/officeart/2005/8/layout/hProcess4"/>
    <dgm:cxn modelId="{A73D4E6C-3615-4D7E-8C81-9F9C2170771C}" type="presParOf" srcId="{EA78CE16-E317-4FEA-996D-E0EE0A893B5C}" destId="{C4D9AE61-43FF-44EC-9E2D-7446ED243914}" srcOrd="3" destOrd="0" presId="urn:microsoft.com/office/officeart/2005/8/layout/hProcess4"/>
    <dgm:cxn modelId="{82E58ECF-A263-4E52-981B-7A8BB5397FF7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consume, conserve or sell 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9648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6168" y="2741495"/>
        <a:ext cx="2357887" cy="1495283"/>
      </dsp:txXfrm>
    </dsp:sp>
    <dsp:sp modelId="{464DE029-02A1-4763-8666-F53A13C6FAAD}">
      <dsp:nvSpPr>
        <dsp:cNvPr id="0" name=""/>
        <dsp:cNvSpPr/>
      </dsp:nvSpPr>
      <dsp:spPr>
        <a:xfrm>
          <a:off x="1389830" y="3290574"/>
          <a:ext cx="2584390" cy="2584390"/>
        </a:xfrm>
        <a:prstGeom prst="leftCircularArrow">
          <a:avLst>
            <a:gd name="adj1" fmla="val 2693"/>
            <a:gd name="adj2" fmla="val 327803"/>
            <a:gd name="adj3" fmla="val 1993841"/>
            <a:gd name="adj4" fmla="val 8915017"/>
            <a:gd name="adj5" fmla="val 31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554299" y="435067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579674" y="4376050"/>
        <a:ext cx="2127852" cy="815608"/>
      </dsp:txXfrm>
    </dsp:sp>
    <dsp:sp modelId="{D9BDC29B-7D63-4495-A3B2-7C07F9B8C330}">
      <dsp:nvSpPr>
        <dsp:cNvPr id="0" name=""/>
        <dsp:cNvSpPr/>
      </dsp:nvSpPr>
      <dsp:spPr>
        <a:xfrm>
          <a:off x="3064282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10802" y="3174674"/>
        <a:ext cx="2357887" cy="1495283"/>
      </dsp:txXfrm>
    </dsp:sp>
    <dsp:sp modelId="{1C299799-9D54-457B-A3C7-0FB93A410866}">
      <dsp:nvSpPr>
        <dsp:cNvPr id="0" name=""/>
        <dsp:cNvSpPr/>
      </dsp:nvSpPr>
      <dsp:spPr>
        <a:xfrm>
          <a:off x="4443787" y="1491532"/>
          <a:ext cx="2896330" cy="2896330"/>
        </a:xfrm>
        <a:prstGeom prst="circularArrow">
          <a:avLst>
            <a:gd name="adj1" fmla="val 2403"/>
            <a:gd name="adj2" fmla="val 290535"/>
            <a:gd name="adj3" fmla="val 19533954"/>
            <a:gd name="adj4" fmla="val 12575511"/>
            <a:gd name="adj5" fmla="val 280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08933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634308" y="2287170"/>
        <a:ext cx="2127852" cy="815608"/>
      </dsp:txXfrm>
    </dsp:sp>
    <dsp:sp modelId="{686EF4F2-C186-45B2-85A0-F6687D978556}">
      <dsp:nvSpPr>
        <dsp:cNvPr id="0" name=""/>
        <dsp:cNvSpPr/>
      </dsp:nvSpPr>
      <dsp:spPr>
        <a:xfrm>
          <a:off x="6118916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>
              <a:solidFill>
                <a:srgbClr val="3333FF"/>
              </a:solidFill>
            </a:rPr>
            <a:t>Decide Consumption</a:t>
          </a:r>
          <a:endParaRPr lang="en-US" sz="1600" b="1" kern="1200" dirty="0">
            <a:solidFill>
              <a:srgbClr val="3333FF"/>
            </a:solidFill>
          </a:endParaRP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</a:t>
          </a:r>
        </a:p>
      </dsp:txBody>
      <dsp:txXfrm>
        <a:off x="6165436" y="2741495"/>
        <a:ext cx="2357887" cy="1495283"/>
      </dsp:txXfrm>
    </dsp:sp>
    <dsp:sp modelId="{74F3F80A-8B0F-4F29-B321-AD28639C9105}">
      <dsp:nvSpPr>
        <dsp:cNvPr id="0" name=""/>
        <dsp:cNvSpPr/>
      </dsp:nvSpPr>
      <dsp:spPr>
        <a:xfrm>
          <a:off x="7518845" y="3257502"/>
          <a:ext cx="2583156" cy="2583156"/>
        </a:xfrm>
        <a:prstGeom prst="leftCircularArrow">
          <a:avLst>
            <a:gd name="adj1" fmla="val 2694"/>
            <a:gd name="adj2" fmla="val 327969"/>
            <a:gd name="adj3" fmla="val 2103480"/>
            <a:gd name="adj4" fmla="val 9024489"/>
            <a:gd name="adj5" fmla="val 314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663566" y="4283298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688941" y="4308673"/>
        <a:ext cx="2127852" cy="815608"/>
      </dsp:txXfrm>
    </dsp:sp>
    <dsp:sp modelId="{DE4AC59B-B8E8-4AE0-82DC-3BD6B4ADF27A}">
      <dsp:nvSpPr>
        <dsp:cNvPr id="0" name=""/>
        <dsp:cNvSpPr/>
      </dsp:nvSpPr>
      <dsp:spPr>
        <a:xfrm>
          <a:off x="9173550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20070" y="3174674"/>
        <a:ext cx="2357887" cy="1495283"/>
      </dsp:txXfrm>
    </dsp:sp>
    <dsp:sp modelId="{C4D9AE61-43FF-44EC-9E2D-7446ED243914}">
      <dsp:nvSpPr>
        <dsp:cNvPr id="0" name=""/>
        <dsp:cNvSpPr/>
      </dsp:nvSpPr>
      <dsp:spPr>
        <a:xfrm>
          <a:off x="9718200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743575" y="2287170"/>
        <a:ext cx="2127852" cy="8156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435" y="921715"/>
            <a:ext cx="5566207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Tri 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077" y="463404"/>
            <a:ext cx="4664682" cy="55531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1C4B3-9A9B-ACA7-FD33-EA866B5A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782" y="762000"/>
            <a:ext cx="5637618" cy="140159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000" dirty="0"/>
              <a:t>A Tri-State Water Bank to Get More Water to the GSL</a:t>
            </a:r>
          </a:p>
        </p:txBody>
      </p:sp>
      <p:pic>
        <p:nvPicPr>
          <p:cNvPr id="18" name="Figure">
            <a:extLst>
              <a:ext uri="{FF2B5EF4-FFF2-40B4-BE49-F238E27FC236}">
                <a16:creationId xmlns:a16="http://schemas.microsoft.com/office/drawing/2014/main" id="{E9E2FD9A-CEC4-149A-7AA0-B9A9435C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037563" y="73644"/>
            <a:ext cx="4918846" cy="671071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4" name="Picture 3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24E79CC9-78C3-BC1B-D785-D9BBED373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773" y="2581835"/>
            <a:ext cx="3145591" cy="374549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0586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35AE4-D2DF-F18B-908D-5801E817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507160"/>
            <a:ext cx="3266995" cy="5438730"/>
          </a:xfrm>
        </p:spPr>
        <p:txBody>
          <a:bodyPr>
            <a:normAutofit/>
          </a:bodyPr>
          <a:lstStyle/>
          <a:p>
            <a:r>
              <a:rPr lang="en-US" dirty="0"/>
              <a:t>Key Assumptions and Ideas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287448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2573471"/>
              </p:ext>
            </p:extLst>
          </p:nvPr>
        </p:nvGraphicFramePr>
        <p:xfrm>
          <a:off x="4526280" y="74428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0897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7488444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4458001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164" y="1690688"/>
            <a:ext cx="5627184" cy="285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Words>149</Words>
  <Application>Microsoft Office PowerPoint</Application>
  <PresentationFormat>Widescreen</PresentationFormat>
  <Paragraphs>31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Immersive Model for Tri State Water Bank to Get More Water to GSL</vt:lpstr>
      <vt:lpstr>A Tri-State Water Bank to Get More Water to the GSL</vt:lpstr>
      <vt:lpstr>Key Assumptions and Ideas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2026-08-06T18:04:20Z</dcterms:modified>
</cp:coreProperties>
</file>